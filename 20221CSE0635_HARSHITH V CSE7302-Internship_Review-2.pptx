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259" r:id="rId2"/>
    <p:sldId id="260" r:id="rId3"/>
    <p:sldId id="261" r:id="rId4"/>
    <p:sldId id="270" r:id="rId5"/>
    <p:sldId id="271" r:id="rId6"/>
    <p:sldId id="262" r:id="rId7"/>
    <p:sldId id="263" r:id="rId8"/>
    <p:sldId id="264" r:id="rId9"/>
    <p:sldId id="265" r:id="rId10"/>
    <p:sldId id="272" r:id="rId11"/>
    <p:sldId id="273" r:id="rId12"/>
    <p:sldId id="275" r:id="rId13"/>
    <p:sldId id="274" r:id="rId14"/>
    <p:sldId id="276" r:id="rId15"/>
    <p:sldId id="266" r:id="rId16"/>
    <p:sldId id="267" r:id="rId17"/>
    <p:sldId id="277" r:id="rId18"/>
    <p:sldId id="278" r:id="rId19"/>
    <p:sldId id="268" r:id="rId20"/>
    <p:sldId id="269"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AACC0DF-C066-438E-B9ED-06463B647C46}" v="34" dt="2026-02-06T07:16:37.64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574" autoAdjust="0"/>
    <p:restoredTop sz="94660"/>
  </p:normalViewPr>
  <p:slideViewPr>
    <p:cSldViewPr snapToGrid="0">
      <p:cViewPr varScale="1">
        <p:scale>
          <a:sx n="82" d="100"/>
          <a:sy n="82" d="100"/>
        </p:scale>
        <p:origin x="83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rshith V" userId="a2c67b6e59d52c1c" providerId="LiveId" clId="{2FACB894-C101-4CCD-9EDA-1203002C131E}"/>
    <pc:docChg chg="custSel addSld modSld">
      <pc:chgData name="Harshith V" userId="a2c67b6e59d52c1c" providerId="LiveId" clId="{2FACB894-C101-4CCD-9EDA-1203002C131E}" dt="2026-02-06T07:17:02.845" v="222" actId="14100"/>
      <pc:docMkLst>
        <pc:docMk/>
      </pc:docMkLst>
      <pc:sldChg chg="modSp mod">
        <pc:chgData name="Harshith V" userId="a2c67b6e59d52c1c" providerId="LiveId" clId="{2FACB894-C101-4CCD-9EDA-1203002C131E}" dt="2026-02-05T09:31:27.821" v="200" actId="20577"/>
        <pc:sldMkLst>
          <pc:docMk/>
          <pc:sldMk cId="2510696604" sldId="263"/>
        </pc:sldMkLst>
        <pc:spChg chg="mod">
          <ac:chgData name="Harshith V" userId="a2c67b6e59d52c1c" providerId="LiveId" clId="{2FACB894-C101-4CCD-9EDA-1203002C131E}" dt="2026-02-05T09:31:27.821" v="200" actId="20577"/>
          <ac:spMkLst>
            <pc:docMk/>
            <pc:sldMk cId="2510696604" sldId="263"/>
            <ac:spMk id="3" creationId="{00000000-0000-0000-0000-000000000000}"/>
          </ac:spMkLst>
        </pc:spChg>
      </pc:sldChg>
      <pc:sldChg chg="modSp mod">
        <pc:chgData name="Harshith V" userId="a2c67b6e59d52c1c" providerId="LiveId" clId="{2FACB894-C101-4CCD-9EDA-1203002C131E}" dt="2026-02-05T04:35:30.092" v="191" actId="20577"/>
        <pc:sldMkLst>
          <pc:docMk/>
          <pc:sldMk cId="3497100239" sldId="266"/>
        </pc:sldMkLst>
        <pc:spChg chg="mod">
          <ac:chgData name="Harshith V" userId="a2c67b6e59d52c1c" providerId="LiveId" clId="{2FACB894-C101-4CCD-9EDA-1203002C131E}" dt="2026-02-05T04:34:50.724" v="158" actId="20577"/>
          <ac:spMkLst>
            <pc:docMk/>
            <pc:sldMk cId="3497100239" sldId="266"/>
            <ac:spMk id="3" creationId="{791280E3-D332-1697-7512-B2937CD34447}"/>
          </ac:spMkLst>
        </pc:spChg>
        <pc:graphicFrameChg chg="mod modGraphic">
          <ac:chgData name="Harshith V" userId="a2c67b6e59d52c1c" providerId="LiveId" clId="{2FACB894-C101-4CCD-9EDA-1203002C131E}" dt="2026-02-05T04:35:30.092" v="191" actId="20577"/>
          <ac:graphicFrameMkLst>
            <pc:docMk/>
            <pc:sldMk cId="3497100239" sldId="266"/>
            <ac:graphicFrameMk id="8" creationId="{00000000-0000-0000-0000-000000000000}"/>
          </ac:graphicFrameMkLst>
        </pc:graphicFrameChg>
      </pc:sldChg>
      <pc:sldChg chg="addSp delSp modSp new mod">
        <pc:chgData name="Harshith V" userId="a2c67b6e59d52c1c" providerId="LiveId" clId="{2FACB894-C101-4CCD-9EDA-1203002C131E}" dt="2026-02-06T07:16:20.644" v="217" actId="14100"/>
        <pc:sldMkLst>
          <pc:docMk/>
          <pc:sldMk cId="3186390790" sldId="277"/>
        </pc:sldMkLst>
        <pc:picChg chg="add del mod">
          <ac:chgData name="Harshith V" userId="a2c67b6e59d52c1c" providerId="LiveId" clId="{2FACB894-C101-4CCD-9EDA-1203002C131E}" dt="2026-02-06T07:15:37.971" v="208" actId="21"/>
          <ac:picMkLst>
            <pc:docMk/>
            <pc:sldMk cId="3186390790" sldId="277"/>
            <ac:picMk id="5" creationId="{118CE9BD-B442-5532-354C-025F081C4683}"/>
          </ac:picMkLst>
        </pc:picChg>
        <pc:picChg chg="add del mod">
          <ac:chgData name="Harshith V" userId="a2c67b6e59d52c1c" providerId="LiveId" clId="{2FACB894-C101-4CCD-9EDA-1203002C131E}" dt="2026-02-06T07:15:37.971" v="208" actId="21"/>
          <ac:picMkLst>
            <pc:docMk/>
            <pc:sldMk cId="3186390790" sldId="277"/>
            <ac:picMk id="7" creationId="{7AFC5B64-4C5A-AECF-E1A6-2E3A54B738BA}"/>
          </ac:picMkLst>
        </pc:picChg>
        <pc:picChg chg="add mod">
          <ac:chgData name="Harshith V" userId="a2c67b6e59d52c1c" providerId="LiveId" clId="{2FACB894-C101-4CCD-9EDA-1203002C131E}" dt="2026-02-06T07:16:20.644" v="217" actId="14100"/>
          <ac:picMkLst>
            <pc:docMk/>
            <pc:sldMk cId="3186390790" sldId="277"/>
            <ac:picMk id="9" creationId="{AADF2BCC-2CC1-622B-BFFF-95EC3C8E0844}"/>
          </ac:picMkLst>
        </pc:picChg>
      </pc:sldChg>
      <pc:sldChg chg="addSp modSp new mod">
        <pc:chgData name="Harshith V" userId="a2c67b6e59d52c1c" providerId="LiveId" clId="{2FACB894-C101-4CCD-9EDA-1203002C131E}" dt="2026-02-06T07:17:02.845" v="222" actId="14100"/>
        <pc:sldMkLst>
          <pc:docMk/>
          <pc:sldMk cId="3850578083" sldId="278"/>
        </pc:sldMkLst>
        <pc:picChg chg="add mod">
          <ac:chgData name="Harshith V" userId="a2c67b6e59d52c1c" providerId="LiveId" clId="{2FACB894-C101-4CCD-9EDA-1203002C131E}" dt="2026-02-06T07:17:02.845" v="222" actId="14100"/>
          <ac:picMkLst>
            <pc:docMk/>
            <pc:sldMk cId="3850578083" sldId="278"/>
            <ac:picMk id="5" creationId="{EF153884-650B-C5F9-3E31-701C7FC18027}"/>
          </ac:picMkLst>
        </pc:pic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751524B-FB67-4894-A0C5-35151E149D68}" type="doc">
      <dgm:prSet loTypeId="urn:microsoft.com/office/officeart/2011/layout/InterconnectedBlockProcess" loCatId="process" qsTypeId="urn:microsoft.com/office/officeart/2005/8/quickstyle/simple1" qsCatId="simple" csTypeId="urn:microsoft.com/office/officeart/2005/8/colors/colorful1" csCatId="colorful" phldr="1"/>
      <dgm:spPr/>
      <dgm:t>
        <a:bodyPr/>
        <a:lstStyle/>
        <a:p>
          <a:endParaRPr lang="en-US"/>
        </a:p>
      </dgm:t>
    </dgm:pt>
    <dgm:pt modelId="{988D96B0-D16E-4763-B393-84178CF4FF50}">
      <dgm:prSet phldrT="[Text]"/>
      <dgm:spPr/>
      <dgm:t>
        <a:bodyPr/>
        <a:lstStyle/>
        <a:p>
          <a:r>
            <a:rPr lang="en-US" dirty="0">
              <a:latin typeface="Times New Roman" panose="02020603050405020304" pitchFamily="18" charset="0"/>
              <a:cs typeface="Times New Roman" panose="02020603050405020304" pitchFamily="18" charset="0"/>
            </a:rPr>
            <a:t>Review 1</a:t>
          </a:r>
        </a:p>
      </dgm:t>
    </dgm:pt>
    <dgm:pt modelId="{080A6B9D-C27D-4227-AC65-3C97878D78C4}" type="parTrans" cxnId="{8CB593F6-6C5D-4606-B959-3E27F9872EC1}">
      <dgm:prSet/>
      <dgm:spPr/>
      <dgm:t>
        <a:bodyPr/>
        <a:lstStyle/>
        <a:p>
          <a:endParaRPr lang="en-US"/>
        </a:p>
      </dgm:t>
    </dgm:pt>
    <dgm:pt modelId="{19B27CEC-4BAD-44A7-A9A7-B7A8B23ADCFD}" type="sibTrans" cxnId="{8CB593F6-6C5D-4606-B959-3E27F9872EC1}">
      <dgm:prSet/>
      <dgm:spPr/>
      <dgm:t>
        <a:bodyPr/>
        <a:lstStyle/>
        <a:p>
          <a:endParaRPr lang="en-US"/>
        </a:p>
      </dgm:t>
    </dgm:pt>
    <dgm:pt modelId="{D471E45F-B026-44AA-9616-57E786AE80AF}">
      <dgm:prSet phldrT="[Text]" phldr="0"/>
      <dgm:spPr/>
      <dgm:t>
        <a:bodyPr/>
        <a:lstStyle/>
        <a:p>
          <a:br>
            <a:rPr lang="en-US" dirty="0">
              <a:latin typeface="Times New Roman" panose="02020603050405020304" pitchFamily="18" charset="0"/>
              <a:cs typeface="Times New Roman" panose="02020603050405020304" pitchFamily="18" charset="0"/>
            </a:rPr>
          </a:b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10/1/2026-16/1/2026</a:t>
          </a:r>
        </a:p>
        <a:p>
          <a:r>
            <a:rPr lang="en-US" dirty="0">
              <a:latin typeface="Times New Roman" panose="02020603050405020304" pitchFamily="18" charset="0"/>
              <a:cs typeface="Times New Roman" panose="02020603050405020304" pitchFamily="18" charset="0"/>
            </a:rPr>
            <a:t>OVER VIEW OF WHAT WILL BE DONE.</a:t>
          </a:r>
        </a:p>
      </dgm:t>
    </dgm:pt>
    <dgm:pt modelId="{326A986D-69A4-4AC0-AD9B-462FFC9C3F18}" type="parTrans" cxnId="{AEE28BEF-3F73-41A5-9307-D42A450FCA17}">
      <dgm:prSet/>
      <dgm:spPr/>
      <dgm:t>
        <a:bodyPr/>
        <a:lstStyle/>
        <a:p>
          <a:endParaRPr lang="en-US"/>
        </a:p>
      </dgm:t>
    </dgm:pt>
    <dgm:pt modelId="{304E70AD-39C7-4C28-BF7B-6EE91BAE97B7}" type="sibTrans" cxnId="{AEE28BEF-3F73-41A5-9307-D42A450FCA17}">
      <dgm:prSet/>
      <dgm:spPr/>
      <dgm:t>
        <a:bodyPr/>
        <a:lstStyle/>
        <a:p>
          <a:endParaRPr lang="en-US"/>
        </a:p>
      </dgm:t>
    </dgm:pt>
    <dgm:pt modelId="{7B3055AA-BF7C-46D0-9A9E-60087B9F57B4}">
      <dgm:prSet phldrT="[Text]"/>
      <dgm:spPr/>
      <dgm:t>
        <a:bodyPr/>
        <a:lstStyle/>
        <a:p>
          <a:r>
            <a:rPr lang="en-US" dirty="0">
              <a:latin typeface="Times New Roman" panose="02020603050405020304" pitchFamily="18" charset="0"/>
              <a:cs typeface="Times New Roman" panose="02020603050405020304" pitchFamily="18" charset="0"/>
            </a:rPr>
            <a:t>Review 2</a:t>
          </a:r>
        </a:p>
      </dgm:t>
    </dgm:pt>
    <dgm:pt modelId="{F772EF41-D2BB-4368-8327-B4E332165F48}" type="parTrans" cxnId="{6C7D4BBB-EED6-4011-9FBC-87F683D5B245}">
      <dgm:prSet/>
      <dgm:spPr/>
      <dgm:t>
        <a:bodyPr/>
        <a:lstStyle/>
        <a:p>
          <a:endParaRPr lang="en-US"/>
        </a:p>
      </dgm:t>
    </dgm:pt>
    <dgm:pt modelId="{B81593E2-4CAC-4783-8D2D-E9DDD236A942}" type="sibTrans" cxnId="{6C7D4BBB-EED6-4011-9FBC-87F683D5B245}">
      <dgm:prSet/>
      <dgm:spPr/>
      <dgm:t>
        <a:bodyPr/>
        <a:lstStyle/>
        <a:p>
          <a:endParaRPr lang="en-US"/>
        </a:p>
      </dgm:t>
    </dgm:pt>
    <dgm:pt modelId="{9FED87C4-3F3B-4A18-9185-9F80CFEDEA2E}">
      <dgm:prSet phldrT="[Text]" phldr="0"/>
      <dgm:spPr/>
      <dgm:t>
        <a:bodyPr/>
        <a:lstStyle/>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31/01/2026-06/02/2026</a:t>
          </a:r>
        </a:p>
        <a:p>
          <a:r>
            <a:rPr lang="en-US" dirty="0">
              <a:latin typeface="Times New Roman" panose="02020603050405020304" pitchFamily="18" charset="0"/>
              <a:cs typeface="Times New Roman" panose="02020603050405020304" pitchFamily="18" charset="0"/>
            </a:rPr>
            <a:t>THE DESIGN AND DEMO OF THE BACKEND DATA RETRIVAL. </a:t>
          </a:r>
        </a:p>
      </dgm:t>
    </dgm:pt>
    <dgm:pt modelId="{669F5586-1E47-4A85-AA72-0E435BABD665}" type="parTrans" cxnId="{27611794-B6EF-4593-A560-02BF7692DC5A}">
      <dgm:prSet/>
      <dgm:spPr/>
      <dgm:t>
        <a:bodyPr/>
        <a:lstStyle/>
        <a:p>
          <a:endParaRPr lang="en-US"/>
        </a:p>
      </dgm:t>
    </dgm:pt>
    <dgm:pt modelId="{AD0D1882-5210-4A49-9875-4AAC43595580}" type="sibTrans" cxnId="{27611794-B6EF-4593-A560-02BF7692DC5A}">
      <dgm:prSet/>
      <dgm:spPr/>
      <dgm:t>
        <a:bodyPr/>
        <a:lstStyle/>
        <a:p>
          <a:endParaRPr lang="en-US"/>
        </a:p>
      </dgm:t>
    </dgm:pt>
    <dgm:pt modelId="{A59EC69B-8F3F-425B-819F-E8C557946AEE}">
      <dgm:prSet phldrT="[Text]"/>
      <dgm:spPr/>
      <dgm:t>
        <a:bodyPr/>
        <a:lstStyle/>
        <a:p>
          <a:r>
            <a:rPr lang="en-US" dirty="0">
              <a:latin typeface="Times New Roman" panose="02020603050405020304" pitchFamily="18" charset="0"/>
              <a:cs typeface="Times New Roman" panose="02020603050405020304" pitchFamily="18" charset="0"/>
            </a:rPr>
            <a:t>Review 3</a:t>
          </a:r>
        </a:p>
      </dgm:t>
    </dgm:pt>
    <dgm:pt modelId="{0095C3CB-916F-4060-A8DA-DD282FB51587}" type="parTrans" cxnId="{D1BA1DD0-A52A-47BF-962D-9810C87E1576}">
      <dgm:prSet/>
      <dgm:spPr/>
      <dgm:t>
        <a:bodyPr/>
        <a:lstStyle/>
        <a:p>
          <a:endParaRPr lang="en-US"/>
        </a:p>
      </dgm:t>
    </dgm:pt>
    <dgm:pt modelId="{2868AD8D-4E38-46CE-A972-709857BF40AC}" type="sibTrans" cxnId="{D1BA1DD0-A52A-47BF-962D-9810C87E1576}">
      <dgm:prSet/>
      <dgm:spPr/>
      <dgm:t>
        <a:bodyPr/>
        <a:lstStyle/>
        <a:p>
          <a:endParaRPr lang="en-US"/>
        </a:p>
      </dgm:t>
    </dgm:pt>
    <dgm:pt modelId="{73DB572E-062D-41AD-8033-D361B8E583DB}">
      <dgm:prSet phldrT="[Text]" phldr="0"/>
      <dgm:spPr/>
      <dgm:t>
        <a:bodyPr/>
        <a:lstStyle/>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dgm:t>
    </dgm:pt>
    <dgm:pt modelId="{75D01B62-D132-48B8-9D06-D0A551A21107}" type="parTrans" cxnId="{AA17007A-110D-43AE-B6F2-DF2DF885F2E2}">
      <dgm:prSet/>
      <dgm:spPr/>
      <dgm:t>
        <a:bodyPr/>
        <a:lstStyle/>
        <a:p>
          <a:endParaRPr lang="en-US"/>
        </a:p>
      </dgm:t>
    </dgm:pt>
    <dgm:pt modelId="{98BDB650-3386-4D3D-8E80-609010499291}" type="sibTrans" cxnId="{AA17007A-110D-43AE-B6F2-DF2DF885F2E2}">
      <dgm:prSet/>
      <dgm:spPr/>
      <dgm:t>
        <a:bodyPr/>
        <a:lstStyle/>
        <a:p>
          <a:endParaRPr lang="en-US"/>
        </a:p>
      </dgm:t>
    </dgm:pt>
    <dgm:pt modelId="{5E92505A-51E0-4F78-B3C5-704ACF8710DE}">
      <dgm:prSet phldrT="[Text]"/>
      <dgm:spPr/>
      <dgm:t>
        <a:bodyPr/>
        <a:lstStyle/>
        <a:p>
          <a:r>
            <a:rPr lang="en-US" dirty="0">
              <a:latin typeface="Times New Roman" panose="02020603050405020304" pitchFamily="18" charset="0"/>
              <a:cs typeface="Times New Roman" panose="02020603050405020304" pitchFamily="18" charset="0"/>
            </a:rPr>
            <a:t>Review 4</a:t>
          </a:r>
        </a:p>
      </dgm:t>
    </dgm:pt>
    <dgm:pt modelId="{765B1266-7CE2-4F9C-AE38-D97DFBC1B151}" type="parTrans" cxnId="{DA8CD5E8-B2EE-41E4-8EC6-CFB41D688F68}">
      <dgm:prSet/>
      <dgm:spPr/>
      <dgm:t>
        <a:bodyPr/>
        <a:lstStyle/>
        <a:p>
          <a:endParaRPr lang="en-US"/>
        </a:p>
      </dgm:t>
    </dgm:pt>
    <dgm:pt modelId="{5E9E6A6F-635A-4791-A107-01E95B62EA08}" type="sibTrans" cxnId="{DA8CD5E8-B2EE-41E4-8EC6-CFB41D688F68}">
      <dgm:prSet/>
      <dgm:spPr/>
      <dgm:t>
        <a:bodyPr/>
        <a:lstStyle/>
        <a:p>
          <a:endParaRPr lang="en-US"/>
        </a:p>
      </dgm:t>
    </dgm:pt>
    <dgm:pt modelId="{65C051F6-A849-4495-A964-CD4C650B9C06}">
      <dgm:prSet phldrT="[Text]"/>
      <dgm:spPr/>
      <dgm:t>
        <a:bodyPr/>
        <a:lstStyle/>
        <a:p>
          <a:r>
            <a:rPr lang="en-US" dirty="0">
              <a:latin typeface="Times New Roman" panose="02020603050405020304" pitchFamily="18" charset="0"/>
              <a:cs typeface="Times New Roman" panose="02020603050405020304" pitchFamily="18" charset="0"/>
            </a:rPr>
            <a:t>Final Review</a:t>
          </a:r>
        </a:p>
      </dgm:t>
    </dgm:pt>
    <dgm:pt modelId="{C24738E5-1547-4D8D-A2CE-64D703ECDF78}" type="parTrans" cxnId="{521FD508-C5FD-4804-AFDC-D1FF9945B211}">
      <dgm:prSet/>
      <dgm:spPr/>
      <dgm:t>
        <a:bodyPr/>
        <a:lstStyle/>
        <a:p>
          <a:endParaRPr lang="en-US"/>
        </a:p>
      </dgm:t>
    </dgm:pt>
    <dgm:pt modelId="{196A2EB9-DD96-4630-B699-7AF000340374}" type="sibTrans" cxnId="{521FD508-C5FD-4804-AFDC-D1FF9945B211}">
      <dgm:prSet/>
      <dgm:spPr/>
      <dgm:t>
        <a:bodyPr/>
        <a:lstStyle/>
        <a:p>
          <a:endParaRPr lang="en-US"/>
        </a:p>
      </dgm:t>
    </dgm:pt>
    <dgm:pt modelId="{EC8C9520-C46A-4C08-9DB6-46ADE050895D}">
      <dgm:prSet/>
      <dgm:spPr/>
      <dgm:t>
        <a:bodyPr/>
        <a:lstStyle/>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03/04/2026-09/04/2026</a:t>
          </a:r>
        </a:p>
        <a:p>
          <a:r>
            <a:rPr lang="en-US" dirty="0">
              <a:latin typeface="Times New Roman" panose="02020603050405020304" pitchFamily="18" charset="0"/>
              <a:cs typeface="Times New Roman" panose="02020603050405020304" pitchFamily="18" charset="0"/>
            </a:rPr>
            <a:t>WORKING MODEL OF THE SAME.</a:t>
          </a:r>
        </a:p>
      </dgm:t>
    </dgm:pt>
    <dgm:pt modelId="{F84AD4D4-466C-4DEE-B453-3C109EE0B585}" type="parTrans" cxnId="{AB6E4A90-CCD4-4E14-990C-F4C729B09B4A}">
      <dgm:prSet/>
      <dgm:spPr/>
      <dgm:t>
        <a:bodyPr/>
        <a:lstStyle/>
        <a:p>
          <a:endParaRPr lang="en-US"/>
        </a:p>
      </dgm:t>
    </dgm:pt>
    <dgm:pt modelId="{41545B9C-EF7B-4896-9B70-B03E678308E0}" type="sibTrans" cxnId="{AB6E4A90-CCD4-4E14-990C-F4C729B09B4A}">
      <dgm:prSet/>
      <dgm:spPr/>
      <dgm:t>
        <a:bodyPr/>
        <a:lstStyle/>
        <a:p>
          <a:endParaRPr lang="en-US"/>
        </a:p>
      </dgm:t>
    </dgm:pt>
    <dgm:pt modelId="{8285A725-E8F6-4306-A0B2-D86FE50E76A2}">
      <dgm:prSet/>
      <dgm:spPr/>
      <dgm:t>
        <a:bodyPr/>
        <a:lstStyle/>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a:latin typeface="Times New Roman" panose="02020603050405020304" pitchFamily="18" charset="0"/>
            <a:cs typeface="Times New Roman" panose="02020603050405020304" pitchFamily="18" charset="0"/>
          </a:endParaRPr>
        </a:p>
        <a:p>
          <a:r>
            <a:rPr lang="en-US">
              <a:latin typeface="Times New Roman" panose="02020603050405020304" pitchFamily="18" charset="0"/>
              <a:cs typeface="Times New Roman" panose="02020603050405020304" pitchFamily="18" charset="0"/>
            </a:rPr>
            <a:t>20/04/2026-26/04/2026</a:t>
          </a:r>
          <a:endParaRPr lang="en-US" dirty="0">
            <a:latin typeface="Times New Roman" panose="02020603050405020304" pitchFamily="18" charset="0"/>
            <a:cs typeface="Times New Roman" panose="02020603050405020304" pitchFamily="18" charset="0"/>
          </a:endParaRPr>
        </a:p>
      </dgm:t>
    </dgm:pt>
    <dgm:pt modelId="{47CAAB78-2E2B-4F84-A747-06EB3A3E486F}" type="parTrans" cxnId="{6A920240-1BB9-4FAD-9484-5D1DEE3123A5}">
      <dgm:prSet/>
      <dgm:spPr/>
      <dgm:t>
        <a:bodyPr/>
        <a:lstStyle/>
        <a:p>
          <a:endParaRPr lang="en-US"/>
        </a:p>
      </dgm:t>
    </dgm:pt>
    <dgm:pt modelId="{311763B3-60D3-49CD-9571-1655B238E5D8}" type="sibTrans" cxnId="{6A920240-1BB9-4FAD-9484-5D1DEE3123A5}">
      <dgm:prSet/>
      <dgm:spPr/>
      <dgm:t>
        <a:bodyPr/>
        <a:lstStyle/>
        <a:p>
          <a:endParaRPr lang="en-US"/>
        </a:p>
      </dgm:t>
    </dgm:pt>
    <dgm:pt modelId="{A6BCDA7B-D633-438F-B44D-CB4D60E5C492}" type="pres">
      <dgm:prSet presAssocID="{5751524B-FB67-4894-A0C5-35151E149D68}" presName="Name0" presStyleCnt="0">
        <dgm:presLayoutVars>
          <dgm:chMax val="7"/>
          <dgm:chPref val="5"/>
          <dgm:dir/>
          <dgm:animOne val="branch"/>
          <dgm:animLvl val="lvl"/>
        </dgm:presLayoutVars>
      </dgm:prSet>
      <dgm:spPr/>
    </dgm:pt>
    <dgm:pt modelId="{0EA92EC0-9C6F-4663-B822-B1E8E3DCB13B}" type="pres">
      <dgm:prSet presAssocID="{65C051F6-A849-4495-A964-CD4C650B9C06}" presName="ChildAccent5" presStyleCnt="0"/>
      <dgm:spPr/>
    </dgm:pt>
    <dgm:pt modelId="{8CAE5A4D-0C7B-48A6-917B-0B8433D0574B}" type="pres">
      <dgm:prSet presAssocID="{65C051F6-A849-4495-A964-CD4C650B9C06}" presName="ChildAccent" presStyleLbl="alignImgPlace1" presStyleIdx="0" presStyleCnt="5" custLinFactNeighborX="22627" custLinFactNeighborY="-156"/>
      <dgm:spPr/>
    </dgm:pt>
    <dgm:pt modelId="{928B615F-0F8D-4140-A638-0FBB8F5BF1E9}" type="pres">
      <dgm:prSet presAssocID="{65C051F6-A849-4495-A964-CD4C650B9C06}" presName="Child5" presStyleLbl="revTx" presStyleIdx="0" presStyleCnt="0">
        <dgm:presLayoutVars>
          <dgm:chMax val="0"/>
          <dgm:chPref val="0"/>
          <dgm:bulletEnabled val="1"/>
        </dgm:presLayoutVars>
      </dgm:prSet>
      <dgm:spPr/>
    </dgm:pt>
    <dgm:pt modelId="{C73DE52A-2F45-45E6-AD0E-D5BEAF609F8E}" type="pres">
      <dgm:prSet presAssocID="{65C051F6-A849-4495-A964-CD4C650B9C06}" presName="Parent5" presStyleLbl="node1" presStyleIdx="0" presStyleCnt="5" custLinFactNeighborX="23357" custLinFactNeighborY="-2299">
        <dgm:presLayoutVars>
          <dgm:chMax val="2"/>
          <dgm:chPref val="1"/>
          <dgm:bulletEnabled val="1"/>
        </dgm:presLayoutVars>
      </dgm:prSet>
      <dgm:spPr/>
    </dgm:pt>
    <dgm:pt modelId="{EA3B7F60-AEEC-41A8-8A2C-D3679EFCD073}" type="pres">
      <dgm:prSet presAssocID="{5E92505A-51E0-4F78-B3C5-704ACF8710DE}" presName="ChildAccent4" presStyleCnt="0"/>
      <dgm:spPr/>
    </dgm:pt>
    <dgm:pt modelId="{FC0F1314-3294-4A8C-8DCE-EB53E236164C}" type="pres">
      <dgm:prSet presAssocID="{5E92505A-51E0-4F78-B3C5-704ACF8710DE}" presName="ChildAccent" presStyleLbl="alignImgPlace1" presStyleIdx="1" presStyleCnt="5" custLinFactNeighborX="24817" custLinFactNeighborY="-780"/>
      <dgm:spPr/>
    </dgm:pt>
    <dgm:pt modelId="{98225A61-A0EC-450A-BED8-EF2E47E8FD18}" type="pres">
      <dgm:prSet presAssocID="{5E92505A-51E0-4F78-B3C5-704ACF8710DE}" presName="Child4" presStyleLbl="revTx" presStyleIdx="0" presStyleCnt="0">
        <dgm:presLayoutVars>
          <dgm:chMax val="0"/>
          <dgm:chPref val="0"/>
          <dgm:bulletEnabled val="1"/>
        </dgm:presLayoutVars>
      </dgm:prSet>
      <dgm:spPr/>
    </dgm:pt>
    <dgm:pt modelId="{2AAD338D-3122-4454-9A67-16BE024D44E3}" type="pres">
      <dgm:prSet presAssocID="{5E92505A-51E0-4F78-B3C5-704ACF8710DE}" presName="Parent4" presStyleLbl="node1" presStyleIdx="1" presStyleCnt="5" custLinFactNeighborX="23357" custLinFactNeighborY="-5818">
        <dgm:presLayoutVars>
          <dgm:chMax val="2"/>
          <dgm:chPref val="1"/>
          <dgm:bulletEnabled val="1"/>
        </dgm:presLayoutVars>
      </dgm:prSet>
      <dgm:spPr/>
    </dgm:pt>
    <dgm:pt modelId="{96AFCF47-32CA-4C44-9E3C-782007B7112E}" type="pres">
      <dgm:prSet presAssocID="{A59EC69B-8F3F-425B-819F-E8C557946AEE}" presName="ChildAccent3" presStyleCnt="0"/>
      <dgm:spPr/>
    </dgm:pt>
    <dgm:pt modelId="{2532504F-5FE1-4C97-B485-F05E8885EACC}" type="pres">
      <dgm:prSet presAssocID="{A59EC69B-8F3F-425B-819F-E8C557946AEE}" presName="ChildAccent" presStyleLbl="alignImgPlace1" presStyleIdx="2" presStyleCnt="5" custScaleX="111669" custLinFactNeighborX="18269" custLinFactNeighborY="-475"/>
      <dgm:spPr/>
    </dgm:pt>
    <dgm:pt modelId="{0D08ED52-6744-4369-B780-916B09984775}" type="pres">
      <dgm:prSet presAssocID="{A59EC69B-8F3F-425B-819F-E8C557946AEE}" presName="Child3" presStyleLbl="revTx" presStyleIdx="0" presStyleCnt="0">
        <dgm:presLayoutVars>
          <dgm:chMax val="0"/>
          <dgm:chPref val="0"/>
          <dgm:bulletEnabled val="1"/>
        </dgm:presLayoutVars>
      </dgm:prSet>
      <dgm:spPr/>
    </dgm:pt>
    <dgm:pt modelId="{4C66D42D-7E6D-4563-AFDC-369C30B73F70}" type="pres">
      <dgm:prSet presAssocID="{A59EC69B-8F3F-425B-819F-E8C557946AEE}" presName="Parent3" presStyleLbl="node1" presStyleIdx="2" presStyleCnt="5" custScaleX="114546" custLinFactNeighborX="19708" custLinFactNeighborY="-1533">
        <dgm:presLayoutVars>
          <dgm:chMax val="2"/>
          <dgm:chPref val="1"/>
          <dgm:bulletEnabled val="1"/>
        </dgm:presLayoutVars>
      </dgm:prSet>
      <dgm:spPr/>
    </dgm:pt>
    <dgm:pt modelId="{C1269CE6-C767-48CC-AAFD-A238D1FFDABA}" type="pres">
      <dgm:prSet presAssocID="{7B3055AA-BF7C-46D0-9A9E-60087B9F57B4}" presName="ChildAccent2" presStyleCnt="0"/>
      <dgm:spPr/>
    </dgm:pt>
    <dgm:pt modelId="{06F8D57B-EDF4-4CF4-8700-DC2CA3E3028E}" type="pres">
      <dgm:prSet presAssocID="{7B3055AA-BF7C-46D0-9A9E-60087B9F57B4}" presName="ChildAccent" presStyleLbl="alignImgPlace1" presStyleIdx="3" presStyleCnt="5" custScaleX="121898"/>
      <dgm:spPr/>
    </dgm:pt>
    <dgm:pt modelId="{6BCCFBA6-7A43-4631-AD7F-AFB10E1E6CD7}" type="pres">
      <dgm:prSet presAssocID="{7B3055AA-BF7C-46D0-9A9E-60087B9F57B4}" presName="Child2" presStyleLbl="revTx" presStyleIdx="0" presStyleCnt="0">
        <dgm:presLayoutVars>
          <dgm:chMax val="0"/>
          <dgm:chPref val="0"/>
          <dgm:bulletEnabled val="1"/>
        </dgm:presLayoutVars>
      </dgm:prSet>
      <dgm:spPr/>
    </dgm:pt>
    <dgm:pt modelId="{00BB3360-A9BB-4051-A4B1-1216F82F642C}" type="pres">
      <dgm:prSet presAssocID="{7B3055AA-BF7C-46D0-9A9E-60087B9F57B4}" presName="Parent2" presStyleLbl="node1" presStyleIdx="3" presStyleCnt="5" custScaleX="124870">
        <dgm:presLayoutVars>
          <dgm:chMax val="2"/>
          <dgm:chPref val="1"/>
          <dgm:bulletEnabled val="1"/>
        </dgm:presLayoutVars>
      </dgm:prSet>
      <dgm:spPr/>
    </dgm:pt>
    <dgm:pt modelId="{7305DF14-0FF5-45E4-8B19-015814092DBD}" type="pres">
      <dgm:prSet presAssocID="{988D96B0-D16E-4763-B393-84178CF4FF50}" presName="ChildAccent1" presStyleCnt="0"/>
      <dgm:spPr/>
    </dgm:pt>
    <dgm:pt modelId="{A134CDD1-D85F-44EF-8BEE-9F99A855C1E6}" type="pres">
      <dgm:prSet presAssocID="{988D96B0-D16E-4763-B393-84178CF4FF50}" presName="ChildAccent" presStyleLbl="alignImgPlace1" presStyleIdx="4" presStyleCnt="5" custScaleX="121893" custLinFactNeighborX="-19708" custLinFactNeighborY="-208"/>
      <dgm:spPr/>
    </dgm:pt>
    <dgm:pt modelId="{1C91D7E3-8940-4A33-9182-677DD5415901}" type="pres">
      <dgm:prSet presAssocID="{988D96B0-D16E-4763-B393-84178CF4FF50}" presName="Child1" presStyleLbl="revTx" presStyleIdx="0" presStyleCnt="0">
        <dgm:presLayoutVars>
          <dgm:chMax val="0"/>
          <dgm:chPref val="0"/>
          <dgm:bulletEnabled val="1"/>
        </dgm:presLayoutVars>
      </dgm:prSet>
      <dgm:spPr/>
    </dgm:pt>
    <dgm:pt modelId="{65257024-FAC0-4522-B139-1CC85B547BE8}" type="pres">
      <dgm:prSet presAssocID="{988D96B0-D16E-4763-B393-84178CF4FF50}" presName="Parent1" presStyleLbl="node1" presStyleIdx="4" presStyleCnt="5" custScaleX="117516" custLinFactNeighborX="-20966" custLinFactNeighborY="-3060">
        <dgm:presLayoutVars>
          <dgm:chMax val="2"/>
          <dgm:chPref val="1"/>
          <dgm:bulletEnabled val="1"/>
        </dgm:presLayoutVars>
      </dgm:prSet>
      <dgm:spPr/>
    </dgm:pt>
  </dgm:ptLst>
  <dgm:cxnLst>
    <dgm:cxn modelId="{E6B70501-CFCB-4D4A-94BE-F63036069196}" type="presOf" srcId="{5751524B-FB67-4894-A0C5-35151E149D68}" destId="{A6BCDA7B-D633-438F-B44D-CB4D60E5C492}" srcOrd="0" destOrd="0" presId="urn:microsoft.com/office/officeart/2011/layout/InterconnectedBlockProcess"/>
    <dgm:cxn modelId="{521FD508-C5FD-4804-AFDC-D1FF9945B211}" srcId="{5751524B-FB67-4894-A0C5-35151E149D68}" destId="{65C051F6-A849-4495-A964-CD4C650B9C06}" srcOrd="4" destOrd="0" parTransId="{C24738E5-1547-4D8D-A2CE-64D703ECDF78}" sibTransId="{196A2EB9-DD96-4630-B699-7AF000340374}"/>
    <dgm:cxn modelId="{76EBB70E-252B-4CF1-BA12-DDD9715D696E}" type="presOf" srcId="{EC8C9520-C46A-4C08-9DB6-46ADE050895D}" destId="{98225A61-A0EC-450A-BED8-EF2E47E8FD18}" srcOrd="1" destOrd="0" presId="urn:microsoft.com/office/officeart/2011/layout/InterconnectedBlockProcess"/>
    <dgm:cxn modelId="{E94CD512-E47E-4B2A-8B42-1BBD0CE921B4}" type="presOf" srcId="{D471E45F-B026-44AA-9616-57E786AE80AF}" destId="{A134CDD1-D85F-44EF-8BEE-9F99A855C1E6}" srcOrd="0" destOrd="0" presId="urn:microsoft.com/office/officeart/2011/layout/InterconnectedBlockProcess"/>
    <dgm:cxn modelId="{DCBBD912-689F-4398-945B-50D7C906D480}" type="presOf" srcId="{65C051F6-A849-4495-A964-CD4C650B9C06}" destId="{C73DE52A-2F45-45E6-AD0E-D5BEAF609F8E}" srcOrd="0" destOrd="0" presId="urn:microsoft.com/office/officeart/2011/layout/InterconnectedBlockProcess"/>
    <dgm:cxn modelId="{A6532C16-AFEE-4EEA-891E-F5DAB7412E13}" type="presOf" srcId="{73DB572E-062D-41AD-8033-D361B8E583DB}" destId="{2532504F-5FE1-4C97-B485-F05E8885EACC}" srcOrd="0" destOrd="0" presId="urn:microsoft.com/office/officeart/2011/layout/InterconnectedBlockProcess"/>
    <dgm:cxn modelId="{14271021-8784-4688-96FE-21B4F9A3C855}" type="presOf" srcId="{A59EC69B-8F3F-425B-819F-E8C557946AEE}" destId="{4C66D42D-7E6D-4563-AFDC-369C30B73F70}" srcOrd="0" destOrd="0" presId="urn:microsoft.com/office/officeart/2011/layout/InterconnectedBlockProcess"/>
    <dgm:cxn modelId="{BD4D063F-4481-4272-86B1-D2EA110CC162}" type="presOf" srcId="{73DB572E-062D-41AD-8033-D361B8E583DB}" destId="{0D08ED52-6744-4369-B780-916B09984775}" srcOrd="1" destOrd="0" presId="urn:microsoft.com/office/officeart/2011/layout/InterconnectedBlockProcess"/>
    <dgm:cxn modelId="{6A920240-1BB9-4FAD-9484-5D1DEE3123A5}" srcId="{65C051F6-A849-4495-A964-CD4C650B9C06}" destId="{8285A725-E8F6-4306-A0B2-D86FE50E76A2}" srcOrd="0" destOrd="0" parTransId="{47CAAB78-2E2B-4F84-A747-06EB3A3E486F}" sibTransId="{311763B3-60D3-49CD-9571-1655B238E5D8}"/>
    <dgm:cxn modelId="{EE48994B-F87A-4D42-94A3-F54296DA3EDC}" type="presOf" srcId="{8285A725-E8F6-4306-A0B2-D86FE50E76A2}" destId="{928B615F-0F8D-4140-A638-0FBB8F5BF1E9}" srcOrd="1" destOrd="0" presId="urn:microsoft.com/office/officeart/2011/layout/InterconnectedBlockProcess"/>
    <dgm:cxn modelId="{58E76652-C24F-44B0-96A9-DDF4DA4C870A}" type="presOf" srcId="{7B3055AA-BF7C-46D0-9A9E-60087B9F57B4}" destId="{00BB3360-A9BB-4051-A4B1-1216F82F642C}" srcOrd="0" destOrd="0" presId="urn:microsoft.com/office/officeart/2011/layout/InterconnectedBlockProcess"/>
    <dgm:cxn modelId="{AA17007A-110D-43AE-B6F2-DF2DF885F2E2}" srcId="{A59EC69B-8F3F-425B-819F-E8C557946AEE}" destId="{73DB572E-062D-41AD-8033-D361B8E583DB}" srcOrd="0" destOrd="0" parTransId="{75D01B62-D132-48B8-9D06-D0A551A21107}" sibTransId="{98BDB650-3386-4D3D-8E80-609010499291}"/>
    <dgm:cxn modelId="{5C3C918A-4C4A-4DEB-924A-CC330C09FB27}" type="presOf" srcId="{5E92505A-51E0-4F78-B3C5-704ACF8710DE}" destId="{2AAD338D-3122-4454-9A67-16BE024D44E3}" srcOrd="0" destOrd="0" presId="urn:microsoft.com/office/officeart/2011/layout/InterconnectedBlockProcess"/>
    <dgm:cxn modelId="{AB6E4A90-CCD4-4E14-990C-F4C729B09B4A}" srcId="{5E92505A-51E0-4F78-B3C5-704ACF8710DE}" destId="{EC8C9520-C46A-4C08-9DB6-46ADE050895D}" srcOrd="0" destOrd="0" parTransId="{F84AD4D4-466C-4DEE-B453-3C109EE0B585}" sibTransId="{41545B9C-EF7B-4896-9B70-B03E678308E0}"/>
    <dgm:cxn modelId="{27611794-B6EF-4593-A560-02BF7692DC5A}" srcId="{7B3055AA-BF7C-46D0-9A9E-60087B9F57B4}" destId="{9FED87C4-3F3B-4A18-9185-9F80CFEDEA2E}" srcOrd="0" destOrd="0" parTransId="{669F5586-1E47-4A85-AA72-0E435BABD665}" sibTransId="{AD0D1882-5210-4A49-9875-4AAC43595580}"/>
    <dgm:cxn modelId="{940B4C9B-D5E4-4E48-A872-B455F86EA2F7}" type="presOf" srcId="{D471E45F-B026-44AA-9616-57E786AE80AF}" destId="{1C91D7E3-8940-4A33-9182-677DD5415901}" srcOrd="1" destOrd="0" presId="urn:microsoft.com/office/officeart/2011/layout/InterconnectedBlockProcess"/>
    <dgm:cxn modelId="{25C83D9F-B12A-43EF-8599-6589093E1A69}" type="presOf" srcId="{9FED87C4-3F3B-4A18-9185-9F80CFEDEA2E}" destId="{06F8D57B-EDF4-4CF4-8700-DC2CA3E3028E}" srcOrd="0" destOrd="0" presId="urn:microsoft.com/office/officeart/2011/layout/InterconnectedBlockProcess"/>
    <dgm:cxn modelId="{0F7A88A5-663C-42EF-82D5-2D7209A1A3C3}" type="presOf" srcId="{EC8C9520-C46A-4C08-9DB6-46ADE050895D}" destId="{FC0F1314-3294-4A8C-8DCE-EB53E236164C}" srcOrd="0" destOrd="0" presId="urn:microsoft.com/office/officeart/2011/layout/InterconnectedBlockProcess"/>
    <dgm:cxn modelId="{AD0A74B8-550A-4F0D-9A26-ADB7CD7A34B7}" type="presOf" srcId="{988D96B0-D16E-4763-B393-84178CF4FF50}" destId="{65257024-FAC0-4522-B139-1CC85B547BE8}" srcOrd="0" destOrd="0" presId="urn:microsoft.com/office/officeart/2011/layout/InterconnectedBlockProcess"/>
    <dgm:cxn modelId="{6C7D4BBB-EED6-4011-9FBC-87F683D5B245}" srcId="{5751524B-FB67-4894-A0C5-35151E149D68}" destId="{7B3055AA-BF7C-46D0-9A9E-60087B9F57B4}" srcOrd="1" destOrd="0" parTransId="{F772EF41-D2BB-4368-8327-B4E332165F48}" sibTransId="{B81593E2-4CAC-4783-8D2D-E9DDD236A942}"/>
    <dgm:cxn modelId="{1D10DEBE-27A2-41D7-9E4D-87B5F1E9991F}" type="presOf" srcId="{8285A725-E8F6-4306-A0B2-D86FE50E76A2}" destId="{8CAE5A4D-0C7B-48A6-917B-0B8433D0574B}" srcOrd="0" destOrd="0" presId="urn:microsoft.com/office/officeart/2011/layout/InterconnectedBlockProcess"/>
    <dgm:cxn modelId="{D1BA1DD0-A52A-47BF-962D-9810C87E1576}" srcId="{5751524B-FB67-4894-A0C5-35151E149D68}" destId="{A59EC69B-8F3F-425B-819F-E8C557946AEE}" srcOrd="2" destOrd="0" parTransId="{0095C3CB-916F-4060-A8DA-DD282FB51587}" sibTransId="{2868AD8D-4E38-46CE-A972-709857BF40AC}"/>
    <dgm:cxn modelId="{D95A05E5-1205-4AD1-9AA3-74CA7A4B9EF2}" type="presOf" srcId="{9FED87C4-3F3B-4A18-9185-9F80CFEDEA2E}" destId="{6BCCFBA6-7A43-4631-AD7F-AFB10E1E6CD7}" srcOrd="1" destOrd="0" presId="urn:microsoft.com/office/officeart/2011/layout/InterconnectedBlockProcess"/>
    <dgm:cxn modelId="{DA8CD5E8-B2EE-41E4-8EC6-CFB41D688F68}" srcId="{5751524B-FB67-4894-A0C5-35151E149D68}" destId="{5E92505A-51E0-4F78-B3C5-704ACF8710DE}" srcOrd="3" destOrd="0" parTransId="{765B1266-7CE2-4F9C-AE38-D97DFBC1B151}" sibTransId="{5E9E6A6F-635A-4791-A107-01E95B62EA08}"/>
    <dgm:cxn modelId="{AEE28BEF-3F73-41A5-9307-D42A450FCA17}" srcId="{988D96B0-D16E-4763-B393-84178CF4FF50}" destId="{D471E45F-B026-44AA-9616-57E786AE80AF}" srcOrd="0" destOrd="0" parTransId="{326A986D-69A4-4AC0-AD9B-462FFC9C3F18}" sibTransId="{304E70AD-39C7-4C28-BF7B-6EE91BAE97B7}"/>
    <dgm:cxn modelId="{8CB593F6-6C5D-4606-B959-3E27F9872EC1}" srcId="{5751524B-FB67-4894-A0C5-35151E149D68}" destId="{988D96B0-D16E-4763-B393-84178CF4FF50}" srcOrd="0" destOrd="0" parTransId="{080A6B9D-C27D-4227-AC65-3C97878D78C4}" sibTransId="{19B27CEC-4BAD-44A7-A9A7-B7A8B23ADCFD}"/>
    <dgm:cxn modelId="{BA3911EC-283D-4FE0-BD2A-4C3459371EE9}" type="presParOf" srcId="{A6BCDA7B-D633-438F-B44D-CB4D60E5C492}" destId="{0EA92EC0-9C6F-4663-B822-B1E8E3DCB13B}" srcOrd="0" destOrd="0" presId="urn:microsoft.com/office/officeart/2011/layout/InterconnectedBlockProcess"/>
    <dgm:cxn modelId="{1EDBEF38-7069-4A80-88A4-D49C02CAA5E4}" type="presParOf" srcId="{0EA92EC0-9C6F-4663-B822-B1E8E3DCB13B}" destId="{8CAE5A4D-0C7B-48A6-917B-0B8433D0574B}" srcOrd="0" destOrd="0" presId="urn:microsoft.com/office/officeart/2011/layout/InterconnectedBlockProcess"/>
    <dgm:cxn modelId="{FD95BC11-BC93-47BA-B283-371C099AF1AD}" type="presParOf" srcId="{A6BCDA7B-D633-438F-B44D-CB4D60E5C492}" destId="{928B615F-0F8D-4140-A638-0FBB8F5BF1E9}" srcOrd="1" destOrd="0" presId="urn:microsoft.com/office/officeart/2011/layout/InterconnectedBlockProcess"/>
    <dgm:cxn modelId="{A02166CE-2B20-436D-AF28-8342A22134F7}" type="presParOf" srcId="{A6BCDA7B-D633-438F-B44D-CB4D60E5C492}" destId="{C73DE52A-2F45-45E6-AD0E-D5BEAF609F8E}" srcOrd="2" destOrd="0" presId="urn:microsoft.com/office/officeart/2011/layout/InterconnectedBlockProcess"/>
    <dgm:cxn modelId="{EF68827D-5F4A-488B-9569-C6B84C6E22B2}" type="presParOf" srcId="{A6BCDA7B-D633-438F-B44D-CB4D60E5C492}" destId="{EA3B7F60-AEEC-41A8-8A2C-D3679EFCD073}" srcOrd="3" destOrd="0" presId="urn:microsoft.com/office/officeart/2011/layout/InterconnectedBlockProcess"/>
    <dgm:cxn modelId="{AA6818F2-EB06-4F0B-AB64-08A61B86B1F5}" type="presParOf" srcId="{EA3B7F60-AEEC-41A8-8A2C-D3679EFCD073}" destId="{FC0F1314-3294-4A8C-8DCE-EB53E236164C}" srcOrd="0" destOrd="0" presId="urn:microsoft.com/office/officeart/2011/layout/InterconnectedBlockProcess"/>
    <dgm:cxn modelId="{515B5789-A9FD-48CC-AEC5-3887D1DCB166}" type="presParOf" srcId="{A6BCDA7B-D633-438F-B44D-CB4D60E5C492}" destId="{98225A61-A0EC-450A-BED8-EF2E47E8FD18}" srcOrd="4" destOrd="0" presId="urn:microsoft.com/office/officeart/2011/layout/InterconnectedBlockProcess"/>
    <dgm:cxn modelId="{EC041B1B-950E-47B0-AC02-75FE785BC810}" type="presParOf" srcId="{A6BCDA7B-D633-438F-B44D-CB4D60E5C492}" destId="{2AAD338D-3122-4454-9A67-16BE024D44E3}" srcOrd="5" destOrd="0" presId="urn:microsoft.com/office/officeart/2011/layout/InterconnectedBlockProcess"/>
    <dgm:cxn modelId="{3432AE63-9FD1-4BC7-9DEF-3B96DC1D18B6}" type="presParOf" srcId="{A6BCDA7B-D633-438F-B44D-CB4D60E5C492}" destId="{96AFCF47-32CA-4C44-9E3C-782007B7112E}" srcOrd="6" destOrd="0" presId="urn:microsoft.com/office/officeart/2011/layout/InterconnectedBlockProcess"/>
    <dgm:cxn modelId="{923E99A6-341B-451C-8867-E92FC25AC53B}" type="presParOf" srcId="{96AFCF47-32CA-4C44-9E3C-782007B7112E}" destId="{2532504F-5FE1-4C97-B485-F05E8885EACC}" srcOrd="0" destOrd="0" presId="urn:microsoft.com/office/officeart/2011/layout/InterconnectedBlockProcess"/>
    <dgm:cxn modelId="{D722F7D5-C052-4884-8CB8-8D1A48BD812B}" type="presParOf" srcId="{A6BCDA7B-D633-438F-B44D-CB4D60E5C492}" destId="{0D08ED52-6744-4369-B780-916B09984775}" srcOrd="7" destOrd="0" presId="urn:microsoft.com/office/officeart/2011/layout/InterconnectedBlockProcess"/>
    <dgm:cxn modelId="{3AD2F176-129A-4447-ADA9-E3E89DF9D891}" type="presParOf" srcId="{A6BCDA7B-D633-438F-B44D-CB4D60E5C492}" destId="{4C66D42D-7E6D-4563-AFDC-369C30B73F70}" srcOrd="8" destOrd="0" presId="urn:microsoft.com/office/officeart/2011/layout/InterconnectedBlockProcess"/>
    <dgm:cxn modelId="{D208DA9D-BE25-4BF1-B0BD-F2F14E865E97}" type="presParOf" srcId="{A6BCDA7B-D633-438F-B44D-CB4D60E5C492}" destId="{C1269CE6-C767-48CC-AAFD-A238D1FFDABA}" srcOrd="9" destOrd="0" presId="urn:microsoft.com/office/officeart/2011/layout/InterconnectedBlockProcess"/>
    <dgm:cxn modelId="{2AC68A3D-1C33-40F1-A5CE-D5AFE03E40CC}" type="presParOf" srcId="{C1269CE6-C767-48CC-AAFD-A238D1FFDABA}" destId="{06F8D57B-EDF4-4CF4-8700-DC2CA3E3028E}" srcOrd="0" destOrd="0" presId="urn:microsoft.com/office/officeart/2011/layout/InterconnectedBlockProcess"/>
    <dgm:cxn modelId="{1AC84B5C-9F91-4220-9E7F-5BE6D44EABB4}" type="presParOf" srcId="{A6BCDA7B-D633-438F-B44D-CB4D60E5C492}" destId="{6BCCFBA6-7A43-4631-AD7F-AFB10E1E6CD7}" srcOrd="10" destOrd="0" presId="urn:microsoft.com/office/officeart/2011/layout/InterconnectedBlockProcess"/>
    <dgm:cxn modelId="{4D501E81-798D-4E10-9739-3749808FDBE7}" type="presParOf" srcId="{A6BCDA7B-D633-438F-B44D-CB4D60E5C492}" destId="{00BB3360-A9BB-4051-A4B1-1216F82F642C}" srcOrd="11" destOrd="0" presId="urn:microsoft.com/office/officeart/2011/layout/InterconnectedBlockProcess"/>
    <dgm:cxn modelId="{61C4626E-22F6-45E2-856C-8C7D72EEE8E3}" type="presParOf" srcId="{A6BCDA7B-D633-438F-B44D-CB4D60E5C492}" destId="{7305DF14-0FF5-45E4-8B19-015814092DBD}" srcOrd="12" destOrd="0" presId="urn:microsoft.com/office/officeart/2011/layout/InterconnectedBlockProcess"/>
    <dgm:cxn modelId="{40E047E4-8B96-4BE3-A685-38A19A4860FE}" type="presParOf" srcId="{7305DF14-0FF5-45E4-8B19-015814092DBD}" destId="{A134CDD1-D85F-44EF-8BEE-9F99A855C1E6}" srcOrd="0" destOrd="0" presId="urn:microsoft.com/office/officeart/2011/layout/InterconnectedBlockProcess"/>
    <dgm:cxn modelId="{7D071F6A-A4AA-4BFF-AC77-DA71956DD8F9}" type="presParOf" srcId="{A6BCDA7B-D633-438F-B44D-CB4D60E5C492}" destId="{1C91D7E3-8940-4A33-9182-677DD5415901}" srcOrd="13" destOrd="0" presId="urn:microsoft.com/office/officeart/2011/layout/InterconnectedBlockProcess"/>
    <dgm:cxn modelId="{189850BB-B69B-4D35-82C0-6BC106290228}" type="presParOf" srcId="{A6BCDA7B-D633-438F-B44D-CB4D60E5C492}" destId="{65257024-FAC0-4522-B139-1CC85B547BE8}" srcOrd="14" destOrd="0" presId="urn:microsoft.com/office/officeart/2011/layout/InterconnectedBlock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CAE5A4D-0C7B-48A6-917B-0B8433D0574B}">
      <dsp:nvSpPr>
        <dsp:cNvPr id="0" name=""/>
        <dsp:cNvSpPr/>
      </dsp:nvSpPr>
      <dsp:spPr>
        <a:xfrm>
          <a:off x="7532895" y="806574"/>
          <a:ext cx="1278320" cy="3246556"/>
        </a:xfrm>
        <a:prstGeom prst="wedgeRectCallout">
          <a:avLst>
            <a:gd name="adj1" fmla="val 0"/>
            <a:gd name="adj2" fmla="val 0"/>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0800" tIns="50800" rIns="50800" bIns="50800" numCol="1" spcCol="1270" anchor="t" anchorCtr="0">
          <a:noAutofit/>
        </a:bodyPr>
        <a:lstStyle/>
        <a:p>
          <a:pPr marL="0" lvl="0" indent="0" algn="r" defTabSz="711200">
            <a:lnSpc>
              <a:spcPct val="90000"/>
            </a:lnSpc>
            <a:spcBef>
              <a:spcPct val="0"/>
            </a:spcBef>
            <a:spcAft>
              <a:spcPct val="35000"/>
            </a:spcAft>
            <a:buNone/>
          </a:pPr>
          <a:endParaRPr lang="en-US" sz="1600" kern="1200" dirty="0">
            <a:latin typeface="Times New Roman" panose="02020603050405020304" pitchFamily="18" charset="0"/>
            <a:cs typeface="Times New Roman" panose="02020603050405020304" pitchFamily="18" charset="0"/>
          </a:endParaRPr>
        </a:p>
        <a:p>
          <a:pPr marL="0" lvl="0" indent="0" algn="r" defTabSz="711200">
            <a:lnSpc>
              <a:spcPct val="90000"/>
            </a:lnSpc>
            <a:spcBef>
              <a:spcPct val="0"/>
            </a:spcBef>
            <a:spcAft>
              <a:spcPct val="35000"/>
            </a:spcAft>
            <a:buNone/>
          </a:pPr>
          <a:endParaRPr lang="en-US" sz="1600" kern="1200" dirty="0">
            <a:latin typeface="Times New Roman" panose="02020603050405020304" pitchFamily="18" charset="0"/>
            <a:cs typeface="Times New Roman" panose="02020603050405020304" pitchFamily="18" charset="0"/>
          </a:endParaRPr>
        </a:p>
        <a:p>
          <a:pPr marL="0" lvl="0" indent="0" algn="r" defTabSz="711200">
            <a:lnSpc>
              <a:spcPct val="90000"/>
            </a:lnSpc>
            <a:spcBef>
              <a:spcPct val="0"/>
            </a:spcBef>
            <a:spcAft>
              <a:spcPct val="35000"/>
            </a:spcAft>
            <a:buNone/>
          </a:pPr>
          <a:endParaRPr lang="en-US" sz="1600" kern="1200" dirty="0">
            <a:latin typeface="Times New Roman" panose="02020603050405020304" pitchFamily="18" charset="0"/>
            <a:cs typeface="Times New Roman" panose="02020603050405020304" pitchFamily="18" charset="0"/>
          </a:endParaRPr>
        </a:p>
        <a:p>
          <a:pPr marL="0" lvl="0" indent="0" algn="r" defTabSz="711200">
            <a:lnSpc>
              <a:spcPct val="90000"/>
            </a:lnSpc>
            <a:spcBef>
              <a:spcPct val="0"/>
            </a:spcBef>
            <a:spcAft>
              <a:spcPct val="35000"/>
            </a:spcAft>
            <a:buNone/>
          </a:pPr>
          <a:endParaRPr lang="en-US" sz="1600" kern="1200">
            <a:latin typeface="Times New Roman" panose="02020603050405020304" pitchFamily="18" charset="0"/>
            <a:cs typeface="Times New Roman" panose="02020603050405020304" pitchFamily="18" charset="0"/>
          </a:endParaRPr>
        </a:p>
        <a:p>
          <a:pPr marL="0" lvl="0" indent="0" algn="r" defTabSz="711200">
            <a:lnSpc>
              <a:spcPct val="90000"/>
            </a:lnSpc>
            <a:spcBef>
              <a:spcPct val="0"/>
            </a:spcBef>
            <a:spcAft>
              <a:spcPct val="35000"/>
            </a:spcAft>
            <a:buNone/>
          </a:pPr>
          <a:r>
            <a:rPr lang="en-US" sz="1600" kern="1200">
              <a:latin typeface="Times New Roman" panose="02020603050405020304" pitchFamily="18" charset="0"/>
              <a:cs typeface="Times New Roman" panose="02020603050405020304" pitchFamily="18" charset="0"/>
            </a:rPr>
            <a:t>20/04/2026-26/04/2026</a:t>
          </a:r>
          <a:endParaRPr lang="en-US" sz="1600" kern="1200" dirty="0">
            <a:latin typeface="Times New Roman" panose="02020603050405020304" pitchFamily="18" charset="0"/>
            <a:cs typeface="Times New Roman" panose="02020603050405020304" pitchFamily="18" charset="0"/>
          </a:endParaRPr>
        </a:p>
      </dsp:txBody>
      <dsp:txXfrm>
        <a:off x="7695161" y="806574"/>
        <a:ext cx="1116055" cy="3246556"/>
      </dsp:txXfrm>
    </dsp:sp>
    <dsp:sp modelId="{C73DE52A-2F45-45E6-AD0E-D5BEAF609F8E}">
      <dsp:nvSpPr>
        <dsp:cNvPr id="0" name=""/>
        <dsp:cNvSpPr/>
      </dsp:nvSpPr>
      <dsp:spPr>
        <a:xfrm>
          <a:off x="7542227" y="0"/>
          <a:ext cx="1278320" cy="811639"/>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0" tIns="63500" rIns="63500" bIns="6350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Final Review</a:t>
          </a:r>
        </a:p>
      </dsp:txBody>
      <dsp:txXfrm>
        <a:off x="7542227" y="0"/>
        <a:ext cx="1278320" cy="811639"/>
      </dsp:txXfrm>
    </dsp:sp>
    <dsp:sp modelId="{FC0F1314-3294-4A8C-8DCE-EB53E236164C}">
      <dsp:nvSpPr>
        <dsp:cNvPr id="0" name=""/>
        <dsp:cNvSpPr/>
      </dsp:nvSpPr>
      <dsp:spPr>
        <a:xfrm>
          <a:off x="6285764" y="787898"/>
          <a:ext cx="1278320" cy="3043646"/>
        </a:xfrm>
        <a:prstGeom prst="wedgeRectCallout">
          <a:avLst>
            <a:gd name="adj1" fmla="val 62500"/>
            <a:gd name="adj2" fmla="val 20830"/>
          </a:avLst>
        </a:prstGeom>
        <a:solidFill>
          <a:schemeClr val="accent1">
            <a:tint val="50000"/>
            <a:hueOff val="-3179766"/>
            <a:satOff val="8519"/>
            <a:lumOff val="309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0800" tIns="50800" rIns="50800" bIns="50800" numCol="1" spcCol="1270" anchor="t" anchorCtr="0">
          <a:noAutofit/>
        </a:bodyPr>
        <a:lstStyle/>
        <a:p>
          <a:pPr marL="0" lvl="0" indent="0" algn="r" defTabSz="711200">
            <a:lnSpc>
              <a:spcPct val="90000"/>
            </a:lnSpc>
            <a:spcBef>
              <a:spcPct val="0"/>
            </a:spcBef>
            <a:spcAft>
              <a:spcPct val="35000"/>
            </a:spcAft>
            <a:buNone/>
          </a:pPr>
          <a:endParaRPr lang="en-US" sz="1600" kern="1200" dirty="0">
            <a:latin typeface="Times New Roman" panose="02020603050405020304" pitchFamily="18" charset="0"/>
            <a:cs typeface="Times New Roman" panose="02020603050405020304" pitchFamily="18" charset="0"/>
          </a:endParaRPr>
        </a:p>
        <a:p>
          <a:pPr marL="0" lvl="0" indent="0" algn="r" defTabSz="711200">
            <a:lnSpc>
              <a:spcPct val="90000"/>
            </a:lnSpc>
            <a:spcBef>
              <a:spcPct val="0"/>
            </a:spcBef>
            <a:spcAft>
              <a:spcPct val="35000"/>
            </a:spcAft>
            <a:buNone/>
          </a:pPr>
          <a:endParaRPr lang="en-US" sz="1600" kern="1200" dirty="0">
            <a:latin typeface="Times New Roman" panose="02020603050405020304" pitchFamily="18" charset="0"/>
            <a:cs typeface="Times New Roman" panose="02020603050405020304" pitchFamily="18" charset="0"/>
          </a:endParaRPr>
        </a:p>
        <a:p>
          <a:pPr marL="0" lvl="0" indent="0" algn="r" defTabSz="711200">
            <a:lnSpc>
              <a:spcPct val="90000"/>
            </a:lnSpc>
            <a:spcBef>
              <a:spcPct val="0"/>
            </a:spcBef>
            <a:spcAft>
              <a:spcPct val="35000"/>
            </a:spcAft>
            <a:buNone/>
          </a:pPr>
          <a:r>
            <a:rPr lang="en-US" sz="1600" kern="1200" dirty="0">
              <a:latin typeface="Times New Roman" panose="02020603050405020304" pitchFamily="18" charset="0"/>
              <a:cs typeface="Times New Roman" panose="02020603050405020304" pitchFamily="18" charset="0"/>
            </a:rPr>
            <a:t>03/04/2026-09/04/2026</a:t>
          </a:r>
        </a:p>
        <a:p>
          <a:pPr marL="0" lvl="0" indent="0" algn="r" defTabSz="711200">
            <a:lnSpc>
              <a:spcPct val="90000"/>
            </a:lnSpc>
            <a:spcBef>
              <a:spcPct val="0"/>
            </a:spcBef>
            <a:spcAft>
              <a:spcPct val="35000"/>
            </a:spcAft>
            <a:buNone/>
          </a:pPr>
          <a:r>
            <a:rPr lang="en-US" sz="1600" kern="1200" dirty="0">
              <a:latin typeface="Times New Roman" panose="02020603050405020304" pitchFamily="18" charset="0"/>
              <a:cs typeface="Times New Roman" panose="02020603050405020304" pitchFamily="18" charset="0"/>
            </a:rPr>
            <a:t>WORKING MODEL OF THE SAME.</a:t>
          </a:r>
        </a:p>
      </dsp:txBody>
      <dsp:txXfrm>
        <a:off x="6448029" y="787898"/>
        <a:ext cx="1116055" cy="3043646"/>
      </dsp:txXfrm>
    </dsp:sp>
    <dsp:sp modelId="{2AAD338D-3122-4454-9A67-16BE024D44E3}">
      <dsp:nvSpPr>
        <dsp:cNvPr id="0" name=""/>
        <dsp:cNvSpPr/>
      </dsp:nvSpPr>
      <dsp:spPr>
        <a:xfrm>
          <a:off x="6267100" y="60136"/>
          <a:ext cx="1278320" cy="710184"/>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0" tIns="63500" rIns="63500" bIns="6350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Review 4</a:t>
          </a:r>
        </a:p>
      </dsp:txBody>
      <dsp:txXfrm>
        <a:off x="6267100" y="60136"/>
        <a:ext cx="1278320" cy="710184"/>
      </dsp:txXfrm>
    </dsp:sp>
    <dsp:sp modelId="{2532504F-5FE1-4C97-B485-F05E8885EACC}">
      <dsp:nvSpPr>
        <dsp:cNvPr id="0" name=""/>
        <dsp:cNvSpPr/>
      </dsp:nvSpPr>
      <dsp:spPr>
        <a:xfrm>
          <a:off x="4849155" y="798145"/>
          <a:ext cx="1427488" cy="2840736"/>
        </a:xfrm>
        <a:prstGeom prst="wedgeRectCallout">
          <a:avLst>
            <a:gd name="adj1" fmla="val 62500"/>
            <a:gd name="adj2" fmla="val 20830"/>
          </a:avLst>
        </a:prstGeom>
        <a:solidFill>
          <a:schemeClr val="accent1">
            <a:tint val="50000"/>
            <a:hueOff val="-6359532"/>
            <a:satOff val="17037"/>
            <a:lumOff val="618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0800" tIns="50800" rIns="50800" bIns="50800" numCol="1" spcCol="1270" anchor="t" anchorCtr="0">
          <a:noAutofit/>
        </a:bodyPr>
        <a:lstStyle/>
        <a:p>
          <a:pPr marL="0" lvl="0" indent="0" algn="r" defTabSz="711200">
            <a:lnSpc>
              <a:spcPct val="90000"/>
            </a:lnSpc>
            <a:spcBef>
              <a:spcPct val="0"/>
            </a:spcBef>
            <a:spcAft>
              <a:spcPct val="35000"/>
            </a:spcAft>
            <a:buNone/>
          </a:pPr>
          <a:endParaRPr lang="en-US" sz="1600" kern="1200" dirty="0">
            <a:latin typeface="Times New Roman" panose="02020603050405020304" pitchFamily="18" charset="0"/>
            <a:cs typeface="Times New Roman" panose="02020603050405020304" pitchFamily="18" charset="0"/>
          </a:endParaRPr>
        </a:p>
        <a:p>
          <a:pPr marL="0" lvl="0" indent="0" algn="r" defTabSz="711200">
            <a:lnSpc>
              <a:spcPct val="90000"/>
            </a:lnSpc>
            <a:spcBef>
              <a:spcPct val="0"/>
            </a:spcBef>
            <a:spcAft>
              <a:spcPct val="35000"/>
            </a:spcAft>
            <a:buNone/>
          </a:pPr>
          <a:endParaRPr lang="en-US" sz="1600" kern="1200" dirty="0">
            <a:latin typeface="Times New Roman" panose="02020603050405020304" pitchFamily="18" charset="0"/>
            <a:cs typeface="Times New Roman" panose="02020603050405020304" pitchFamily="18" charset="0"/>
          </a:endParaRPr>
        </a:p>
      </dsp:txBody>
      <dsp:txXfrm>
        <a:off x="5030355" y="798145"/>
        <a:ext cx="1246287" cy="2840736"/>
      </dsp:txXfrm>
    </dsp:sp>
    <dsp:sp modelId="{4C66D42D-7E6D-4563-AFDC-369C30B73F70}">
      <dsp:nvSpPr>
        <dsp:cNvPr id="0" name=""/>
        <dsp:cNvSpPr/>
      </dsp:nvSpPr>
      <dsp:spPr>
        <a:xfrm>
          <a:off x="4849161" y="196824"/>
          <a:ext cx="1464265" cy="608729"/>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0" tIns="63500" rIns="63500" bIns="6350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Review 3</a:t>
          </a:r>
        </a:p>
      </dsp:txBody>
      <dsp:txXfrm>
        <a:off x="4849161" y="196824"/>
        <a:ext cx="1464265" cy="608729"/>
      </dsp:txXfrm>
    </dsp:sp>
    <dsp:sp modelId="{06F8D57B-EDF4-4CF4-8700-DC2CA3E3028E}">
      <dsp:nvSpPr>
        <dsp:cNvPr id="0" name=""/>
        <dsp:cNvSpPr/>
      </dsp:nvSpPr>
      <dsp:spPr>
        <a:xfrm>
          <a:off x="3271918" y="811639"/>
          <a:ext cx="1558247" cy="2637826"/>
        </a:xfrm>
        <a:prstGeom prst="wedgeRectCallout">
          <a:avLst>
            <a:gd name="adj1" fmla="val 62500"/>
            <a:gd name="adj2" fmla="val 20830"/>
          </a:avLst>
        </a:prstGeom>
        <a:solidFill>
          <a:schemeClr val="accent1">
            <a:tint val="50000"/>
            <a:hueOff val="-9539299"/>
            <a:satOff val="25556"/>
            <a:lumOff val="928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0800" tIns="50800" rIns="50800" bIns="50800" numCol="1" spcCol="1270" anchor="t" anchorCtr="0">
          <a:noAutofit/>
        </a:bodyPr>
        <a:lstStyle/>
        <a:p>
          <a:pPr marL="0" lvl="0" indent="0" algn="r" defTabSz="711200">
            <a:lnSpc>
              <a:spcPct val="90000"/>
            </a:lnSpc>
            <a:spcBef>
              <a:spcPct val="0"/>
            </a:spcBef>
            <a:spcAft>
              <a:spcPct val="35000"/>
            </a:spcAft>
            <a:buNone/>
          </a:pPr>
          <a:endParaRPr lang="en-US" sz="1600" kern="1200" dirty="0">
            <a:latin typeface="Times New Roman" panose="02020603050405020304" pitchFamily="18" charset="0"/>
            <a:cs typeface="Times New Roman" panose="02020603050405020304" pitchFamily="18" charset="0"/>
          </a:endParaRPr>
        </a:p>
        <a:p>
          <a:pPr marL="0" lvl="0" indent="0" algn="r" defTabSz="711200">
            <a:lnSpc>
              <a:spcPct val="90000"/>
            </a:lnSpc>
            <a:spcBef>
              <a:spcPct val="0"/>
            </a:spcBef>
            <a:spcAft>
              <a:spcPct val="35000"/>
            </a:spcAft>
            <a:buNone/>
          </a:pPr>
          <a:endParaRPr lang="en-US" sz="1600" kern="1200" dirty="0">
            <a:latin typeface="Times New Roman" panose="02020603050405020304" pitchFamily="18" charset="0"/>
            <a:cs typeface="Times New Roman" panose="02020603050405020304" pitchFamily="18" charset="0"/>
          </a:endParaRPr>
        </a:p>
        <a:p>
          <a:pPr marL="0" lvl="0" indent="0" algn="r" defTabSz="711200">
            <a:lnSpc>
              <a:spcPct val="90000"/>
            </a:lnSpc>
            <a:spcBef>
              <a:spcPct val="0"/>
            </a:spcBef>
            <a:spcAft>
              <a:spcPct val="35000"/>
            </a:spcAft>
            <a:buNone/>
          </a:pPr>
          <a:r>
            <a:rPr lang="en-US" sz="1600" kern="1200" dirty="0">
              <a:latin typeface="Times New Roman" panose="02020603050405020304" pitchFamily="18" charset="0"/>
              <a:cs typeface="Times New Roman" panose="02020603050405020304" pitchFamily="18" charset="0"/>
            </a:rPr>
            <a:t>31/01/2026-06/02/2026</a:t>
          </a:r>
        </a:p>
        <a:p>
          <a:pPr marL="0" lvl="0" indent="0" algn="r" defTabSz="711200">
            <a:lnSpc>
              <a:spcPct val="90000"/>
            </a:lnSpc>
            <a:spcBef>
              <a:spcPct val="0"/>
            </a:spcBef>
            <a:spcAft>
              <a:spcPct val="35000"/>
            </a:spcAft>
            <a:buNone/>
          </a:pPr>
          <a:r>
            <a:rPr lang="en-US" sz="1600" kern="1200" dirty="0">
              <a:latin typeface="Times New Roman" panose="02020603050405020304" pitchFamily="18" charset="0"/>
              <a:cs typeface="Times New Roman" panose="02020603050405020304" pitchFamily="18" charset="0"/>
            </a:rPr>
            <a:t>THE DESIGN AND DEMO OF THE BACKEND DATA RETRIVAL. </a:t>
          </a:r>
        </a:p>
      </dsp:txBody>
      <dsp:txXfrm>
        <a:off x="3469716" y="811639"/>
        <a:ext cx="1360449" cy="2637826"/>
      </dsp:txXfrm>
    </dsp:sp>
    <dsp:sp modelId="{00BB3360-A9BB-4051-A4B1-1216F82F642C}">
      <dsp:nvSpPr>
        <dsp:cNvPr id="0" name=""/>
        <dsp:cNvSpPr/>
      </dsp:nvSpPr>
      <dsp:spPr>
        <a:xfrm>
          <a:off x="3252922" y="304364"/>
          <a:ext cx="1596239" cy="507274"/>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0" tIns="63500" rIns="63500" bIns="6350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Review 2</a:t>
          </a:r>
        </a:p>
      </dsp:txBody>
      <dsp:txXfrm>
        <a:off x="3252922" y="304364"/>
        <a:ext cx="1596239" cy="507274"/>
      </dsp:txXfrm>
    </dsp:sp>
    <dsp:sp modelId="{A134CDD1-D85F-44EF-8BEE-9F99A855C1E6}">
      <dsp:nvSpPr>
        <dsp:cNvPr id="0" name=""/>
        <dsp:cNvSpPr/>
      </dsp:nvSpPr>
      <dsp:spPr>
        <a:xfrm>
          <a:off x="1741697" y="806574"/>
          <a:ext cx="1558183" cy="2434917"/>
        </a:xfrm>
        <a:prstGeom prst="wedgeRectCallout">
          <a:avLst>
            <a:gd name="adj1" fmla="val 62500"/>
            <a:gd name="adj2" fmla="val 20830"/>
          </a:avLst>
        </a:prstGeom>
        <a:solidFill>
          <a:schemeClr val="accent1">
            <a:tint val="50000"/>
            <a:hueOff val="-12719064"/>
            <a:satOff val="34075"/>
            <a:lumOff val="1237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0800" tIns="50800" rIns="50800" bIns="50800" numCol="1" spcCol="1270" anchor="t" anchorCtr="0">
          <a:noAutofit/>
        </a:bodyPr>
        <a:lstStyle/>
        <a:p>
          <a:pPr marL="0" lvl="0" indent="0" algn="r" defTabSz="711200">
            <a:lnSpc>
              <a:spcPct val="90000"/>
            </a:lnSpc>
            <a:spcBef>
              <a:spcPct val="0"/>
            </a:spcBef>
            <a:spcAft>
              <a:spcPct val="35000"/>
            </a:spcAft>
            <a:buNone/>
          </a:pPr>
          <a:br>
            <a:rPr lang="en-US" sz="1600" kern="1200" dirty="0">
              <a:latin typeface="Times New Roman" panose="02020603050405020304" pitchFamily="18" charset="0"/>
              <a:cs typeface="Times New Roman" panose="02020603050405020304" pitchFamily="18" charset="0"/>
            </a:rPr>
          </a:br>
          <a:br>
            <a:rPr lang="en-US" sz="1600" kern="1200" dirty="0">
              <a:latin typeface="Times New Roman" panose="02020603050405020304" pitchFamily="18" charset="0"/>
              <a:cs typeface="Times New Roman" panose="02020603050405020304" pitchFamily="18" charset="0"/>
            </a:rPr>
          </a:br>
          <a:endParaRPr lang="en-US" sz="1600" kern="1200" dirty="0">
            <a:latin typeface="Times New Roman" panose="02020603050405020304" pitchFamily="18" charset="0"/>
            <a:cs typeface="Times New Roman" panose="02020603050405020304" pitchFamily="18" charset="0"/>
          </a:endParaRPr>
        </a:p>
        <a:p>
          <a:pPr marL="0" lvl="0" indent="0" algn="r" defTabSz="711200">
            <a:lnSpc>
              <a:spcPct val="90000"/>
            </a:lnSpc>
            <a:spcBef>
              <a:spcPct val="0"/>
            </a:spcBef>
            <a:spcAft>
              <a:spcPct val="35000"/>
            </a:spcAft>
            <a:buNone/>
          </a:pPr>
          <a:r>
            <a:rPr lang="en-US" sz="1600" kern="1200" dirty="0">
              <a:latin typeface="Times New Roman" panose="02020603050405020304" pitchFamily="18" charset="0"/>
              <a:cs typeface="Times New Roman" panose="02020603050405020304" pitchFamily="18" charset="0"/>
            </a:rPr>
            <a:t>10/1/2026-16/1/2026</a:t>
          </a:r>
        </a:p>
        <a:p>
          <a:pPr marL="0" lvl="0" indent="0" algn="r" defTabSz="711200">
            <a:lnSpc>
              <a:spcPct val="90000"/>
            </a:lnSpc>
            <a:spcBef>
              <a:spcPct val="0"/>
            </a:spcBef>
            <a:spcAft>
              <a:spcPct val="35000"/>
            </a:spcAft>
            <a:buNone/>
          </a:pPr>
          <a:r>
            <a:rPr lang="en-US" sz="1600" kern="1200" dirty="0">
              <a:latin typeface="Times New Roman" panose="02020603050405020304" pitchFamily="18" charset="0"/>
              <a:cs typeface="Times New Roman" panose="02020603050405020304" pitchFamily="18" charset="0"/>
            </a:rPr>
            <a:t>OVER VIEW OF WHAT WILL BE DONE.</a:t>
          </a:r>
        </a:p>
      </dsp:txBody>
      <dsp:txXfrm>
        <a:off x="1939487" y="806574"/>
        <a:ext cx="1360393" cy="2434917"/>
      </dsp:txXfrm>
    </dsp:sp>
    <dsp:sp modelId="{65257024-FAC0-4522-B139-1CC85B547BE8}">
      <dsp:nvSpPr>
        <dsp:cNvPr id="0" name=""/>
        <dsp:cNvSpPr/>
      </dsp:nvSpPr>
      <dsp:spPr>
        <a:xfrm>
          <a:off x="1753592" y="393401"/>
          <a:ext cx="1502231" cy="405819"/>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0" tIns="63500" rIns="63500" bIns="6350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Review 1</a:t>
          </a:r>
        </a:p>
      </dsp:txBody>
      <dsp:txXfrm>
        <a:off x="1753592" y="393401"/>
        <a:ext cx="1502231" cy="405819"/>
      </dsp:txXfrm>
    </dsp:sp>
  </dsp:spTree>
</dsp:drawing>
</file>

<file path=ppt/diagrams/layout1.xml><?xml version="1.0" encoding="utf-8"?>
<dgm:layoutDef xmlns:dgm="http://schemas.openxmlformats.org/drawingml/2006/diagram" xmlns:a="http://schemas.openxmlformats.org/drawingml/2006/main" uniqueId="urn:microsoft.com/office/officeart/2011/layout/InterconnectedBlockProcess">
  <dgm:title val="Interconnected Block Process"/>
  <dgm:desc val="Use to show sequential steps in a process. Works best with small amounts of Level 1 text and medium amounts of Level 2 text."/>
  <dgm:catLst>
    <dgm:cat type="process" pri="5500"/>
    <dgm:cat type="officeonline" pri="35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sampData>
  <dgm:styleData>
    <dgm:dataModel>
      <dgm:ptLst>
        <dgm:pt modelId="0" type="doc"/>
        <dgm:pt modelId="10">
          <dgm:prSet phldr="1"/>
        </dgm:pt>
        <dgm:pt modelId="11">
          <dgm:prSet phldr="1"/>
        </dgm:pt>
        <dgm:pt modelId="20">
          <dgm:prSet phldr="1"/>
        </dgm:pt>
        <dgm:pt modelId="21">
          <dgm:prSet phldr="1"/>
        </dgm:pt>
      </dgm:ptLst>
      <dgm:cxnLst>
        <dgm:cxn modelId="40" srcId="0" destId="10" srcOrd="0" destOrd="0"/>
        <dgm:cxn modelId="12" srcId="10" destId="11" srcOrd="0" destOrd="0"/>
        <dgm:cxn modelId="50" srcId="0" destId="20" srcOrd="1" destOrd="0"/>
        <dgm:cxn modelId="22" srcId="20" destId="21" srcOrd="0" destOrd="0"/>
      </dgm:cxnLst>
      <dgm:bg/>
      <dgm:whole/>
    </dgm:dataModel>
  </dgm:styleData>
  <dgm:clr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 modelId="40">
          <dgm:prSet phldr="1"/>
        </dgm:pt>
        <dgm:pt modelId="4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 modelId="70" srcId="0" destId="40" srcOrd="2" destOrd="0"/>
        <dgm:cxn modelId="42" srcId="40" destId="41" srcOrd="0" destOrd="0"/>
      </dgm:cxnLst>
      <dgm:bg/>
      <dgm:whole/>
    </dgm:dataModel>
  </dgm:clrData>
  <dgm:layoutNode name="Name0">
    <dgm:varLst>
      <dgm:chMax val="7"/>
      <dgm:chPref val="5"/>
      <dgm:dir/>
      <dgm:animOne val="branch"/>
      <dgm:animLvl val="lvl"/>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0.45"/>
            </dgm:alg>
            <dgm:constrLst>
              <dgm:constr type="primFontSz" for="des" forName="Child1" val="65"/>
              <dgm:constr type="primFontSz" for="des" forName="Parent1" val="65"/>
              <dgm:constr type="primFontSz" for="des" forName="Child1" refType="primFontSz" refFor="des" refForName="Parent1" op="lte"/>
              <dgm:constr type="l" for="ch" forName="ChildAccent1" refType="w" fact="0"/>
              <dgm:constr type="t" for="ch" forName="ChildAccent1" refType="h" fact="0.1429"/>
              <dgm:constr type="w" for="ch" forName="ChildAccent1" refType="w"/>
              <dgm:constr type="h" for="ch" forName="ChildAccent1" refType="h" fact="0.8571"/>
              <dgm:constr type="l" for="ch" forName="Child1" refType="w" fact="0.127"/>
              <dgm:constr type="t" for="ch" forName="Child1" refType="h" fact="0.1429"/>
              <dgm:constr type="w" for="ch" forName="Child1" refType="w" fact="0.873"/>
              <dgm:constr type="h" for="ch" forName="Child1" refType="h" fact="0.8571"/>
              <dgm:constr type="l" for="ch" forName="Parent1" refType="w" fact="0"/>
              <dgm:constr type="t" for="ch" forName="Parent1" refType="h" fact="0"/>
              <dgm:constr type="w" for="ch" forName="Parent1" refType="w"/>
              <dgm:constr type="h" for="ch" forName="Parent1" refType="h" fact="0.1429"/>
            </dgm:constrLst>
          </dgm:if>
          <dgm:if name="Name5" axis="ch" ptType="node" func="cnt" op="equ" val="2">
            <dgm:alg type="composite">
              <dgm:param type="ar" val="0.8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ChildAccent1" refType="w" fact="0"/>
              <dgm:constr type="t" for="ch" forName="ChildAccent1" refType="h" fact="0.1613"/>
              <dgm:constr type="w" for="ch" forName="ChildAccent1" refType="w" fact="0.5"/>
              <dgm:constr type="h" for="ch" forName="ChildAccent1" refType="h" fact="0.7742"/>
              <dgm:constr type="l" for="ch" forName="Child1" refType="w" fact="0.0635"/>
              <dgm:constr type="t" for="ch" forName="Child1" refType="h" fact="0.1613"/>
              <dgm:constr type="w" for="ch" forName="Child1" refType="w" fact="0.4365"/>
              <dgm:constr type="h" for="ch" forName="Child1" refType="h" fact="0.7742"/>
              <dgm:constr type="l" for="ch" forName="Parent1" refType="w" fact="0"/>
              <dgm:constr type="t" for="ch" forName="Parent1" refType="h" fact="0.0323"/>
              <dgm:constr type="w" for="ch" forName="Parent1" refType="w" fact="0.5"/>
              <dgm:constr type="h" for="ch" forName="Parent1" refType="h" fact="0.129"/>
              <dgm:constr type="l" for="ch" forName="ChildAccent2" refType="w" fact="0.5"/>
              <dgm:constr type="t" for="ch" forName="ChildAccent2" refType="h" fact="0.1613"/>
              <dgm:constr type="w" for="ch" forName="ChildAccent2" refType="w" fact="0.5"/>
              <dgm:constr type="h" for="ch" forName="ChildAccent2" refType="h" fact="0.8387"/>
              <dgm:constr type="l" for="ch" forName="Child2" refType="w" fact="0.5635"/>
              <dgm:constr type="t" for="ch" forName="Child2" refType="h" fact="0.1613"/>
              <dgm:constr type="w" for="ch" forName="Child2" refType="w" fact="0.4365"/>
              <dgm:constr type="h" for="ch" forName="Child2" refType="h" fact="0.8387"/>
              <dgm:constr type="l" for="ch" forName="Parent2" refType="w" fact="0.5"/>
              <dgm:constr type="t" for="ch" forName="Parent2" refType="h" fact="0"/>
              <dgm:constr type="w" for="ch" forName="Parent2" refType="w" fact="0.5"/>
              <dgm:constr type="h" for="ch" forName="Parent2" refType="h" fact="0.1613"/>
            </dgm:constrLst>
          </dgm:if>
          <dgm:if name="Name6" axis="ch" ptType="node" func="cnt" op="equ" val="3">
            <dgm:alg type="composite">
              <dgm:param type="ar" val="1.1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ChildAccent1" refType="w" fact="0"/>
              <dgm:constr type="t" for="ch" forName="ChildAccent1" refType="h" fact="0.1757"/>
              <dgm:constr type="w" for="ch" forName="ChildAccent1" refType="w" fact="0.3333"/>
              <dgm:constr type="h" for="ch" forName="ChildAccent1" refType="h" fact="0.7066"/>
              <dgm:constr type="l" for="ch" forName="Child1" refType="w" fact="0.0423"/>
              <dgm:constr type="t" for="ch" forName="Child1" refType="h" fact="0.1757"/>
              <dgm:constr type="w" for="ch" forName="Child1" refType="w" fact="0.291"/>
              <dgm:constr type="h" for="ch" forName="Child1" refType="h" fact="0.7066"/>
              <dgm:constr type="l" for="ch" forName="Parent1" refType="w" fact="0"/>
              <dgm:constr type="t" for="ch" forName="Parent1" refType="h" fact="0.0579"/>
              <dgm:constr type="w" for="ch" forName="Parent1" refType="w" fact="0.3333"/>
              <dgm:constr type="h" for="ch" forName="Parent1" refType="h" fact="0.1178"/>
              <dgm:constr type="l" for="ch" forName="ChildAccent2" refType="w" fact="0.3333"/>
              <dgm:constr type="t" for="ch" forName="ChildAccent2" refType="h" fact="0.1757"/>
              <dgm:constr type="w" for="ch" forName="ChildAccent2" refType="w" fact="0.3333"/>
              <dgm:constr type="h" for="ch" forName="ChildAccent2" refType="h" fact="0.7655"/>
              <dgm:constr type="l" for="ch" forName="Child2" refType="w" fact="0.3756"/>
              <dgm:constr type="t" for="ch" forName="Child2" refType="h" fact="0.1757"/>
              <dgm:constr type="w" for="ch" forName="Child2" refType="w" fact="0.291"/>
              <dgm:constr type="h" for="ch" forName="Child2" refType="h" fact="0.7655"/>
              <dgm:constr type="l" for="ch" forName="Parent2" refType="w" fact="0.3333"/>
              <dgm:constr type="t" for="ch" forName="Parent2" refType="h" fact="0.0285"/>
              <dgm:constr type="w" for="ch" forName="Parent2" refType="w" fact="0.3333"/>
              <dgm:constr type="h" for="ch" forName="Parent2" refType="h" fact="0.1472"/>
              <dgm:constr type="l" for="ch" forName="ChildAccent3" refType="w" fact="0.6667"/>
              <dgm:constr type="t" for="ch" forName="ChildAccent3" refType="h" fact="0.1757"/>
              <dgm:constr type="w" for="ch" forName="ChildAccent3" refType="w" fact="0.3333"/>
              <dgm:constr type="h" for="ch" forName="ChildAccent3" refType="h" fact="0.8243"/>
              <dgm:constr type="l" for="ch" forName="Child3" refType="w" fact="0.709"/>
              <dgm:constr type="t" for="ch" forName="Child3" refType="h" fact="0.1757"/>
              <dgm:constr type="w" for="ch" forName="Child3" refType="w" fact="0.291"/>
              <dgm:constr type="h" for="ch" forName="Child3" refType="h" fact="0.8243"/>
              <dgm:constr type="l" for="ch" forName="Parent3" refType="w" fact="0.6667"/>
              <dgm:constr type="t" for="ch" forName="Parent3" refType="h" fact="0"/>
              <dgm:constr type="w" for="ch" forName="Parent3" refType="w" fact="0.3333"/>
              <dgm:constr type="h" for="ch" forName="Parent3" refType="h" fact="0.176"/>
            </dgm:constrLst>
          </dgm:if>
          <dgm:if name="Name7" axis="ch" ptType="node" func="cnt" op="equ" val="4">
            <dgm:alg type="composite">
              <dgm:param type="ar" val="1.362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ChildAccent1" refType="w" fact="0"/>
              <dgm:constr type="t" for="ch" forName="ChildAccent1" refType="h" fact="0.1892"/>
              <dgm:constr type="w" for="ch" forName="ChildAccent1" refType="w" fact="0.25"/>
              <dgm:constr type="h" for="ch" forName="ChildAccent1" refType="h" fact="0.6486"/>
              <dgm:constr type="l" for="ch" forName="Child1" refType="w" fact="0.0317"/>
              <dgm:constr type="t" for="ch" forName="Child1" refType="h" fact="0.1892"/>
              <dgm:constr type="w" for="ch" forName="Child1" refType="w" fact="0.2183"/>
              <dgm:constr type="h" for="ch" forName="Child1" refType="h" fact="0.6486"/>
              <dgm:constr type="l" for="ch" forName="Parent1" refType="w" fact="0"/>
              <dgm:constr type="t" for="ch" forName="Parent1" refType="h" fact="0.0811"/>
              <dgm:constr type="w" for="ch" forName="Parent1" refType="w" fact="0.25"/>
              <dgm:constr type="h" for="ch" forName="Parent1" refType="h" fact="0.1081"/>
              <dgm:constr type="l" for="ch" forName="ChildAccent2" refType="w" fact="0.25"/>
              <dgm:constr type="t" for="ch" forName="ChildAccent2" refType="h" fact="0.1892"/>
              <dgm:constr type="w" for="ch" forName="ChildAccent2" refType="w" fact="0.25"/>
              <dgm:constr type="h" for="ch" forName="ChildAccent2" refType="h" fact="0.7027"/>
              <dgm:constr type="l" for="ch" forName="Child2" refType="w" fact="0.2817"/>
              <dgm:constr type="t" for="ch" forName="Child2" refType="h" fact="0.1892"/>
              <dgm:constr type="w" for="ch" forName="Child2" refType="w" fact="0.2183"/>
              <dgm:constr type="h" for="ch" forName="Child2" refType="h" fact="0.7027"/>
              <dgm:constr type="l" for="ch" forName="Parent2" refType="w" fact="0.25"/>
              <dgm:constr type="t" for="ch" forName="Parent2" refType="h" fact="0.0541"/>
              <dgm:constr type="w" for="ch" forName="Parent2" refType="w" fact="0.25"/>
              <dgm:constr type="h" for="ch" forName="Parent2" refType="h" fact="0.1351"/>
              <dgm:constr type="l" for="ch" forName="ChildAccent3" refType="w" fact="0.5"/>
              <dgm:constr type="t" for="ch" forName="ChildAccent3" refType="h" fact="0.1892"/>
              <dgm:constr type="w" for="ch" forName="ChildAccent3" refType="w" fact="0.25"/>
              <dgm:constr type="h" for="ch" forName="ChildAccent3" refType="h" fact="0.7568"/>
              <dgm:constr type="l" for="ch" forName="Child3" refType="w" fact="0.5317"/>
              <dgm:constr type="t" for="ch" forName="Child3" refType="h" fact="0.1892"/>
              <dgm:constr type="w" for="ch" forName="Child3" refType="w" fact="0.2183"/>
              <dgm:constr type="h" for="ch" forName="Child3" refType="h" fact="0.7568"/>
              <dgm:constr type="l" for="ch" forName="Parent3" refType="w" fact="0.5"/>
              <dgm:constr type="t" for="ch" forName="Parent3" refType="h" fact="0.0275"/>
              <dgm:constr type="w" for="ch" forName="Parent3" refType="w" fact="0.25"/>
              <dgm:constr type="h" for="ch" forName="Parent3" refType="h" fact="0.1622"/>
              <dgm:constr type="l" for="ch" forName="ChildAccent4" refType="w" fact="0.75"/>
              <dgm:constr type="t" for="ch" forName="ChildAccent4" refType="h" fact="0.1892"/>
              <dgm:constr type="w" for="ch" forName="ChildAccent4" refType="w" fact="0.25"/>
              <dgm:constr type="h" for="ch" forName="ChildAccent4" refType="h" fact="0.8108"/>
              <dgm:constr type="l" for="ch" forName="Child4" refType="w" fact="0.7817"/>
              <dgm:constr type="t" for="ch" forName="Child4" refType="h" fact="0.1892"/>
              <dgm:constr type="w" for="ch" forName="Child4" refType="w" fact="0.2183"/>
              <dgm:constr type="h" for="ch" forName="Child4" refType="h" fact="0.8108"/>
              <dgm:constr type="l" for="ch" forName="Parent4" refType="w" fact="0.75"/>
              <dgm:constr type="t" for="ch" forName="Parent4" refType="h" fact="0"/>
              <dgm:constr type="w" for="ch" forName="Parent4" refType="w" fact="0.25"/>
              <dgm:constr type="h" for="ch" forName="Parent4" refType="h" fact="0.1892"/>
            </dgm:constrLst>
          </dgm:if>
          <dgm:if name="Name8" axis="ch" ptType="node" func="cnt" op="equ" val="5">
            <dgm:alg type="composite">
              <dgm:param type="ar" val="1.574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ChildAccent1" refType="w" fact="0"/>
              <dgm:constr type="t" for="ch" forName="ChildAccent1" refType="h" fact="0.2"/>
              <dgm:constr type="w" for="ch" forName="ChildAccent1" refType="w" fact="0.2001"/>
              <dgm:constr type="h" for="ch" forName="ChildAccent1" refType="h" fact="0.6"/>
              <dgm:constr type="l" for="ch" forName="Child1" refType="w" fact="0.0254"/>
              <dgm:constr type="t" for="ch" forName="Child1" refType="h" fact="0.2"/>
              <dgm:constr type="w" for="ch" forName="Child1" refType="w" fact="0.1747"/>
              <dgm:constr type="h" for="ch" forName="Child1" refType="h" fact="0.6"/>
              <dgm:constr type="l" for="ch" forName="Parent1" refType="w" fact="0"/>
              <dgm:constr type="t" for="ch" forName="Parent1" refType="h" fact="0.1"/>
              <dgm:constr type="w" for="ch" forName="Parent1" refType="w" fact="0.2001"/>
              <dgm:constr type="h" for="ch" forName="Parent1" refType="h" fact="0.1"/>
              <dgm:constr type="l" for="ch" forName="ChildAccent2" refType="w" fact="0.2001"/>
              <dgm:constr type="t" for="ch" forName="ChildAccent2" refType="h" fact="0.2"/>
              <dgm:constr type="w" for="ch" forName="ChildAccent2" refType="w" fact="0.2001"/>
              <dgm:constr type="h" for="ch" forName="ChildAccent2" refType="h" fact="0.65"/>
              <dgm:constr type="l" for="ch" forName="Child2" refType="w" fact="0.2255"/>
              <dgm:constr type="t" for="ch" forName="Child2" refType="h" fact="0.2"/>
              <dgm:constr type="w" for="ch" forName="Child2" refType="w" fact="0.1747"/>
              <dgm:constr type="h" for="ch" forName="Child2" refType="h" fact="0.65"/>
              <dgm:constr type="l" for="ch" forName="Parent2" refType="w" fact="0.2001"/>
              <dgm:constr type="t" for="ch" forName="Parent2" refType="h" fact="0.075"/>
              <dgm:constr type="w" for="ch" forName="Parent2" refType="w" fact="0.2001"/>
              <dgm:constr type="h" for="ch" forName="Parent2" refType="h" fact="0.125"/>
              <dgm:constr type="l" for="ch" forName="ChildAccent3" refType="w" fact="0.4002"/>
              <dgm:constr type="t" for="ch" forName="ChildAccent3" refType="h" fact="0.2"/>
              <dgm:constr type="w" for="ch" forName="ChildAccent3" refType="w" fact="0.2001"/>
              <dgm:constr type="h" for="ch" forName="ChildAccent3" refType="h" fact="0.7"/>
              <dgm:constr type="l" for="ch" forName="Child3" refType="w" fact="0.4256"/>
              <dgm:constr type="t" for="ch" forName="Child3" refType="h" fact="0.2"/>
              <dgm:constr type="w" for="ch" forName="Child3" refType="w" fact="0.1747"/>
              <dgm:constr type="h" for="ch" forName="Child3" refType="h" fact="0.7"/>
              <dgm:constr type="l" for="ch" forName="Parent3" refType="w" fact="0.4002"/>
              <dgm:constr type="t" for="ch" forName="Parent3" refType="h" fact="0.0508"/>
              <dgm:constr type="w" for="ch" forName="Parent3" refType="w" fact="0.2001"/>
              <dgm:constr type="h" for="ch" forName="Parent3" refType="h" fact="0.15"/>
              <dgm:constr type="l" for="ch" forName="ChildAccent4" refType="w" fact="0.6003"/>
              <dgm:constr type="t" for="ch" forName="ChildAccent4" refType="h" fact="0.2"/>
              <dgm:constr type="w" for="ch" forName="ChildAccent4" refType="w" fact="0.2001"/>
              <dgm:constr type="h" for="ch" forName="ChildAccent4" refType="h" fact="0.75"/>
              <dgm:constr type="l" for="ch" forName="Child4" refType="w" fact="0.6257"/>
              <dgm:constr type="t" for="ch" forName="Child4" refType="h" fact="0.2"/>
              <dgm:constr type="w" for="ch" forName="Child4" refType="w" fact="0.1747"/>
              <dgm:constr type="h" for="ch" forName="Child4" refType="h" fact="0.75"/>
              <dgm:constr type="l" for="ch" forName="Parent4" refType="w" fact="0.6003"/>
              <dgm:constr type="t" for="ch" forName="Parent4" refType="h" fact="0.025"/>
              <dgm:constr type="w" for="ch" forName="Parent4" refType="w" fact="0.2001"/>
              <dgm:constr type="h" for="ch" forName="Parent4" refType="h" fact="0.175"/>
              <dgm:constr type="l" for="ch" forName="ChildAccent5" refType="w" fact="0.7999"/>
              <dgm:constr type="t" for="ch" forName="ChildAccent5" refType="h" fact="0.2"/>
              <dgm:constr type="w" for="ch" forName="ChildAccent5" refType="w" fact="0.2001"/>
              <dgm:constr type="h" for="ch" forName="ChildAccent5" refType="h" fact="0.8"/>
              <dgm:constr type="l" for="ch" forName="Child5" refType="w" fact="0.8253"/>
              <dgm:constr type="t" for="ch" forName="Child5" refType="h" fact="0.2"/>
              <dgm:constr type="w" for="ch" forName="Child5" refType="w" fact="0.1747"/>
              <dgm:constr type="h" for="ch" forName="Child5" refType="h" fact="0.8"/>
              <dgm:constr type="l" for="ch" forName="Parent5" refType="w" fact="0.7999"/>
              <dgm:constr type="t" for="ch" forName="Parent5" refType="h" fact="0"/>
              <dgm:constr type="w" for="ch" forName="Parent5" refType="w" fact="0.2001"/>
              <dgm:constr type="h" for="ch" forName="Parent5" refType="h" fact="0.2"/>
            </dgm:constrLst>
          </dgm:if>
          <dgm:if name="Name9" axis="ch" ptType="node" func="cnt" op="equ" val="6">
            <dgm:alg type="composite">
              <dgm:param type="ar" val="1.756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ChildAccent1" refType="w" fact="0"/>
              <dgm:constr type="t" for="ch" forName="ChildAccent1" refType="h" fact="0.2087"/>
              <dgm:constr type="w" for="ch" forName="ChildAccent1" refType="w" fact="0.167"/>
              <dgm:constr type="h" for="ch" forName="ChildAccent1" refType="h" fact="0.5586"/>
              <dgm:constr type="l" for="ch" forName="Child1" refType="w" fact="0.0212"/>
              <dgm:constr type="t" for="ch" forName="Child1" refType="h" fact="0.2087"/>
              <dgm:constr type="w" for="ch" forName="Child1" refType="w" fact="0.1458"/>
              <dgm:constr type="h" for="ch" forName="Child1" refType="h" fact="0.5586"/>
              <dgm:constr type="l" for="ch" forName="Parent1" refType="w" fact="0"/>
              <dgm:constr type="t" for="ch" forName="Parent1" refType="h" fact="0.1156"/>
              <dgm:constr type="w" for="ch" forName="Parent1" refType="w" fact="0.167"/>
              <dgm:constr type="h" for="ch" forName="Parent1" refType="h" fact="0.0931"/>
              <dgm:constr type="l" for="ch" forName="ChildAccent2" refType="w" fact="0.167"/>
              <dgm:constr type="t" for="ch" forName="ChildAccent2" refType="h" fact="0.2087"/>
              <dgm:constr type="w" for="ch" forName="ChildAccent2" refType="w" fact="0.167"/>
              <dgm:constr type="h" for="ch" forName="ChildAccent2" refType="h" fact="0.6051"/>
              <dgm:constr type="l" for="ch" forName="Child2" refType="w" fact="0.1888"/>
              <dgm:constr type="t" for="ch" forName="Child2" refType="h" fact="0.2087"/>
              <dgm:constr type="w" for="ch" forName="Child2" refType="w" fact="0.1458"/>
              <dgm:constr type="h" for="ch" forName="Child2" refType="h" fact="0.6051"/>
              <dgm:constr type="l" for="ch" forName="Parent2" refType="w" fact="0.167"/>
              <dgm:constr type="t" for="ch" forName="Parent2" refType="h" fact="0.0923"/>
              <dgm:constr type="w" for="ch" forName="Parent2" refType="w" fact="0.167"/>
              <dgm:constr type="h" for="ch" forName="Parent2" refType="h" fact="0.1164"/>
              <dgm:constr type="l" for="ch" forName="ChildAccent3" refType="w" fact="0.3339"/>
              <dgm:constr type="t" for="ch" forName="ChildAccent3" refType="h" fact="0.2087"/>
              <dgm:constr type="w" for="ch" forName="ChildAccent3" refType="w" fact="0.167"/>
              <dgm:constr type="h" for="ch" forName="ChildAccent3" refType="h" fact="0.6517"/>
              <dgm:constr type="l" for="ch" forName="Child3" refType="w" fact="0.3551"/>
              <dgm:constr type="t" for="ch" forName="Child3" refType="h" fact="0.2087"/>
              <dgm:constr type="w" for="ch" forName="Child3" refType="w" fact="0.1458"/>
              <dgm:constr type="h" for="ch" forName="Child3" refType="h" fact="0.6517"/>
              <dgm:constr type="l" for="ch" forName="Parent3" refType="w" fact="0.3339"/>
              <dgm:constr type="t" for="ch" forName="Parent3" refType="h" fact="0.0698"/>
              <dgm:constr type="w" for="ch" forName="Parent3" refType="w" fact="0.167"/>
              <dgm:constr type="h" for="ch" forName="Parent3" refType="h" fact="0.1396"/>
              <dgm:constr type="l" for="ch" forName="ChildAccent4" refType="w" fact="0.5009"/>
              <dgm:constr type="t" for="ch" forName="ChildAccent4" refType="h" fact="0.2087"/>
              <dgm:constr type="w" for="ch" forName="ChildAccent4" refType="w" fact="0.167"/>
              <dgm:constr type="h" for="ch" forName="ChildAccent4" refType="h" fact="0.6982"/>
              <dgm:constr type="l" for="ch" forName="Child4" refType="w" fact="0.5221"/>
              <dgm:constr type="t" for="ch" forName="Child4" refType="h" fact="0.2087"/>
              <dgm:constr type="w" for="ch" forName="Child4" refType="w" fact="0.1458"/>
              <dgm:constr type="h" for="ch" forName="Child4" refType="h" fact="0.6982"/>
              <dgm:constr type="l" for="ch" forName="Parent4" refType="w" fact="0.501"/>
              <dgm:constr type="t" for="ch" forName="Parent4" refType="h" fact="0.0458"/>
              <dgm:constr type="w" for="ch" forName="Parent4" refType="w" fact="0.167"/>
              <dgm:constr type="h" for="ch" forName="Parent4" refType="h" fact="0.1629"/>
              <dgm:constr type="l" for="ch" forName="ChildAccent5" refType="w" fact="0.6674"/>
              <dgm:constr type="t" for="ch" forName="ChildAccent5" refType="h" fact="0.2087"/>
              <dgm:constr type="w" for="ch" forName="ChildAccent5" refType="w" fact="0.167"/>
              <dgm:constr type="h" for="ch" forName="ChildAccent5" refType="h" fact="0.7448"/>
              <dgm:constr type="l" for="ch" forName="Child5" refType="w" fact="0.6886"/>
              <dgm:constr type="t" for="ch" forName="Child5" refType="h" fact="0.2087"/>
              <dgm:constr type="w" for="ch" forName="Child5" refType="w" fact="0.1458"/>
              <dgm:constr type="h" for="ch" forName="Child5" refType="h" fact="0.7448"/>
              <dgm:constr type="l" for="ch" forName="Parent5" refType="w" fact="0.668"/>
              <dgm:constr type="t" for="ch" forName="Parent5" refType="h" fact="0.0225"/>
              <dgm:constr type="w" for="ch" forName="Parent5" refType="w" fact="0.167"/>
              <dgm:constr type="h" for="ch" forName="Parent5" refType="h" fact="0.1862"/>
              <dgm:constr type="l" for="ch" forName="ChildAccent6" refType="w" fact="0.833"/>
              <dgm:constr type="t" for="ch" forName="ChildAccent6" refType="h" fact="0.2087"/>
              <dgm:constr type="w" for="ch" forName="ChildAccent6" refType="w" fact="0.167"/>
              <dgm:constr type="h" for="ch" forName="ChildAccent6" refType="h" fact="0.7913"/>
              <dgm:constr type="l" for="ch" forName="Child6" refType="w" fact="0.8542"/>
              <dgm:constr type="t" for="ch" forName="Child6" refType="h" fact="0.2087"/>
              <dgm:constr type="w" for="ch" forName="Child6" refType="w" fact="0.1458"/>
              <dgm:constr type="h" for="ch" forName="Child6" refType="h" fact="0.7913"/>
              <dgm:constr type="l" for="ch" forName="Parent6" refType="w" fact="0.835"/>
              <dgm:constr type="t" for="ch" forName="Parent6" refType="h" fact="0"/>
              <dgm:constr type="w" for="ch" forName="Parent6" refType="w" fact="0.165"/>
              <dgm:constr type="h" for="ch" forName="Parent6" refType="h" fact="0.2095"/>
            </dgm:constrLst>
          </dgm:if>
          <dgm:else name="Name10">
            <dgm:alg type="composite">
              <dgm:param type="ar" val="1.91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ChildAccent1" refType="w" fact="0"/>
              <dgm:constr type="t" for="ch" forName="ChildAccent1" refType="h" fact="0.2168"/>
              <dgm:constr type="w" for="ch" forName="ChildAccent1" refType="w" fact="0.1432"/>
              <dgm:constr type="h" for="ch" forName="ChildAccent1" refType="h" fact="0.5221"/>
              <dgm:constr type="l" for="ch" forName="Child1" refType="w" fact="0.0182"/>
              <dgm:constr type="t" for="ch" forName="Child1" refType="h" fact="0.2168"/>
              <dgm:constr type="w" for="ch" forName="Child1" refType="w" fact="0.125"/>
              <dgm:constr type="h" for="ch" forName="Child1" refType="h" fact="0.5221"/>
              <dgm:constr type="l" for="ch" forName="Parent1" refType="w" fact="0"/>
              <dgm:constr type="t" for="ch" forName="Parent1" refType="h" fact="0.1298"/>
              <dgm:constr type="w" for="ch" forName="Parent1" refType="w" fact="0.1432"/>
              <dgm:constr type="h" for="ch" forName="Parent1" refType="h" fact="0.087"/>
              <dgm:constr type="l" for="ch" forName="ChildAccent2" refType="w" fact="0.1432"/>
              <dgm:constr type="t" for="ch" forName="ChildAccent2" refType="h" fact="0.2168"/>
              <dgm:constr type="w" for="ch" forName="ChildAccent2" refType="w" fact="0.1432"/>
              <dgm:constr type="h" for="ch" forName="ChildAccent2" refType="h" fact="0.5656"/>
              <dgm:constr type="l" for="ch" forName="Child2" refType="w" fact="0.1614"/>
              <dgm:constr type="t" for="ch" forName="Child2" refType="h" fact="0.2168"/>
              <dgm:constr type="w" for="ch" forName="Child2" refType="w" fact="0.125"/>
              <dgm:constr type="h" for="ch" forName="Child2" refType="h" fact="0.5656"/>
              <dgm:constr type="l" for="ch" forName="Parent2" refType="w" fact="0.1432"/>
              <dgm:constr type="t" for="ch" forName="Parent2" refType="h" fact="0.108"/>
              <dgm:constr type="w" for="ch" forName="Parent2" refType="w" fact="0.1432"/>
              <dgm:constr type="h" for="ch" forName="Parent2" refType="h" fact="0.1088"/>
              <dgm:constr type="l" for="ch" forName="ChildAccent3" refType="w" fact="0.2865"/>
              <dgm:constr type="t" for="ch" forName="ChildAccent3" refType="h" fact="0.2168"/>
              <dgm:constr type="w" for="ch" forName="ChildAccent3" refType="w" fact="0.1432"/>
              <dgm:constr type="h" for="ch" forName="ChildAccent3" refType="h" fact="0.6091"/>
              <dgm:constr type="l" for="ch" forName="Child3" refType="w" fact="0.3047"/>
              <dgm:constr type="t" for="ch" forName="Child3" refType="h" fact="0.2168"/>
              <dgm:constr type="w" for="ch" forName="Child3" refType="w" fact="0.125"/>
              <dgm:constr type="h" for="ch" forName="Child3" refType="h" fact="0.6091"/>
              <dgm:constr type="l" for="ch" forName="Parent3" refType="w" fact="0.2865"/>
              <dgm:constr type="t" for="ch" forName="Parent3" refType="h" fact="0.087"/>
              <dgm:constr type="w" for="ch" forName="Parent3" refType="w" fact="0.1432"/>
              <dgm:constr type="h" for="ch" forName="Parent3" refType="h" fact="0.1305"/>
              <dgm:constr type="l" for="ch" forName="ChildAccent4" refType="w" fact="0.4297"/>
              <dgm:constr type="t" for="ch" forName="ChildAccent4" refType="h" fact="0.2168"/>
              <dgm:constr type="w" for="ch" forName="ChildAccent4" refType="w" fact="0.1432"/>
              <dgm:constr type="h" for="ch" forName="ChildAccent4" refType="h" fact="0.6526"/>
              <dgm:constr type="l" for="ch" forName="Child4" refType="w" fact="0.4479"/>
              <dgm:constr type="t" for="ch" forName="Child4" refType="h" fact="0.2168"/>
              <dgm:constr type="w" for="ch" forName="Child4" refType="w" fact="0.125"/>
              <dgm:constr type="h" for="ch" forName="Child4" refType="h" fact="0.6526"/>
              <dgm:constr type="l" for="ch" forName="Parent4" refType="w" fact="0.4297"/>
              <dgm:constr type="t" for="ch" forName="Parent4" refType="h" fact="0.0645"/>
              <dgm:constr type="w" for="ch" forName="Parent4" refType="w" fact="0.1432"/>
              <dgm:constr type="h" for="ch" forName="Parent4" refType="h" fact="0.1523"/>
              <dgm:constr type="l" for="ch" forName="ChildAccent5" refType="w" fact="0.5726"/>
              <dgm:constr type="t" for="ch" forName="ChildAccent5" refType="h" fact="0.2168"/>
              <dgm:constr type="w" for="ch" forName="ChildAccent5" refType="w" fact="0.1432"/>
              <dgm:constr type="h" for="ch" forName="ChildAccent5" refType="h" fact="0.6962"/>
              <dgm:constr type="l" for="ch" forName="Child5" refType="w" fact="0.5908"/>
              <dgm:constr type="t" for="ch" forName="Child5" refType="h" fact="0.2168"/>
              <dgm:constr type="w" for="ch" forName="Child5" refType="w" fact="0.125"/>
              <dgm:constr type="h" for="ch" forName="Child5" refType="h" fact="0.6962"/>
              <dgm:constr type="l" for="ch" forName="Parent5" refType="w" fact="0.5726"/>
              <dgm:constr type="t" for="ch" forName="Parent5" refType="h" fact="0.0428"/>
              <dgm:constr type="w" for="ch" forName="Parent5" refType="w" fact="0.1432"/>
              <dgm:constr type="h" for="ch" forName="Parent5" refType="h" fact="0.174"/>
              <dgm:constr type="l" for="ch" forName="ChildAccent6" refType="w" fact="0.7147"/>
              <dgm:constr type="t" for="ch" forName="ChildAccent6" refType="h" fact="0.2168"/>
              <dgm:constr type="w" for="ch" forName="ChildAccent6" refType="w" fact="0.1432"/>
              <dgm:constr type="h" for="ch" forName="ChildAccent6" refType="h" fact="0.7397"/>
              <dgm:constr type="l" for="ch" forName="Child6" refType="w" fact="0.7329"/>
              <dgm:constr type="t" for="ch" forName="Child6" refType="h" fact="0.2168"/>
              <dgm:constr type="w" for="ch" forName="Child6" refType="w" fact="0.125"/>
              <dgm:constr type="h" for="ch" forName="Child6" refType="h" fact="0.7397"/>
              <dgm:constr type="l" for="ch" forName="Parent6" refType="w" fact="0.716"/>
              <dgm:constr type="t" for="ch" forName="Parent6" refType="h" fact="0.0217"/>
              <dgm:constr type="w" for="ch" forName="Parent6" refType="w" fact="0.1424"/>
              <dgm:constr type="h" for="ch" forName="Parent6" refType="h" fact="0.1958"/>
              <dgm:constr type="l" for="ch" forName="ChildAccent7" refType="w" fact="0.8568"/>
              <dgm:constr type="t" for="ch" forName="ChildAccent7" refType="h" fact="0.2168"/>
              <dgm:constr type="w" for="ch" forName="ChildAccent7" refType="w" fact="0.1432"/>
              <dgm:constr type="h" for="ch" forName="ChildAccent7" refType="h" fact="0.7832"/>
              <dgm:constr type="l" for="ch" forName="Child7" refType="w" fact="0.875"/>
              <dgm:constr type="t" for="ch" forName="Child7" refType="h" fact="0.2168"/>
              <dgm:constr type="w" for="ch" forName="Child7" refType="w" fact="0.125"/>
              <dgm:constr type="h" for="ch" forName="Child7" refType="h" fact="0.7832"/>
              <dgm:constr type="l" for="ch" forName="Parent7" refType="w" fact="0.8577"/>
              <dgm:constr type="t" for="ch" forName="Parent7" refType="h" fact="0"/>
              <dgm:constr type="w" for="ch" forName="Parent7" refType="w" fact="0.1423"/>
              <dgm:constr type="h" for="ch" forName="Parent7" refType="h" fact="0.2175"/>
            </dgm:constrLst>
          </dgm:else>
        </dgm:choose>
      </dgm:if>
      <dgm:else name="Name11">
        <dgm:choose name="Name12">
          <dgm:if name="Name13" axis="ch" ptType="node" func="cnt" op="equ" val="1">
            <dgm:alg type="composite">
              <dgm:param type="ar" val="0.45"/>
            </dgm:alg>
            <dgm:constrLst>
              <dgm:constr type="primFontSz" for="des" forName="Child1" val="65"/>
              <dgm:constr type="primFontSz" for="des" forName="Parent1" val="65"/>
              <dgm:constr type="primFontSz" for="des" forName="Child1" refType="primFontSz" refFor="des" refForName="Parent1" op="lte"/>
              <dgm:constr type="l" for="ch" forName="ChildAccent1" refType="w" fact="0"/>
              <dgm:constr type="t" for="ch" forName="ChildAccent1" refType="h" fact="0.1429"/>
              <dgm:constr type="w" for="ch" forName="ChildAccent1" refType="w"/>
              <dgm:constr type="h" for="ch" forName="ChildAccent1" refType="h" fact="0.8571"/>
              <dgm:constr type="l" for="ch" forName="Child1" refType="w" fact="0"/>
              <dgm:constr type="t" for="ch" forName="Child1" refType="h" fact="0.1429"/>
              <dgm:constr type="w" for="ch" forName="Child1" refType="w" fact="0.873"/>
              <dgm:constr type="h" for="ch" forName="Child1" refType="h" fact="0.8571"/>
              <dgm:constr type="l" for="ch" forName="Parent1" refType="w" fact="0"/>
              <dgm:constr type="t" for="ch" forName="Parent1" refType="h" fact="0"/>
              <dgm:constr type="w" for="ch" forName="Parent1" refType="w"/>
              <dgm:constr type="h" for="ch" forName="Parent1" refType="h" fact="0.1429"/>
            </dgm:constrLst>
          </dgm:if>
          <dgm:if name="Name14" axis="ch" ptType="node" func="cnt" op="equ" val="2">
            <dgm:alg type="composite">
              <dgm:param type="ar" val="0.8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Child2" refType="w" fact="0"/>
              <dgm:constr type="t" for="ch" forName="Child2" refType="h" fact="0.1613"/>
              <dgm:constr type="w" for="ch" forName="Child2" refType="w" fact="0.4365"/>
              <dgm:constr type="h" for="ch" forName="Child2" refType="h" fact="0.8387"/>
              <dgm:constr type="l" for="ch" forName="Child1" refType="w" fact="0.5"/>
              <dgm:constr type="t" for="ch" forName="Child1" refType="h" fact="0.1613"/>
              <dgm:constr type="w" for="ch" forName="Child1" refType="w" fact="0.4365"/>
              <dgm:constr type="h" for="ch" forName="Child1" refType="h" fact="0.7742"/>
              <dgm:constr type="l" for="ch" forName="ChildAccent1" refType="w" fact="0.5"/>
              <dgm:constr type="t" for="ch" forName="ChildAccent1" refType="h" fact="0.1613"/>
              <dgm:constr type="w" for="ch" forName="ChildAccent1" refType="w" fact="0.5"/>
              <dgm:constr type="h" for="ch" forName="ChildAccent1" refType="h" fact="0.7742"/>
              <dgm:constr type="l" for="ch" forName="Parent1" refType="w" fact="0.5"/>
              <dgm:constr type="t" for="ch" forName="Parent1" refType="h" fact="0.0323"/>
              <dgm:constr type="w" for="ch" forName="Parent1" refType="w" fact="0.5"/>
              <dgm:constr type="h" for="ch" forName="Parent1" refType="h" fact="0.129"/>
              <dgm:constr type="l" for="ch" forName="ChildAccent2" refType="w" fact="0"/>
              <dgm:constr type="t" for="ch" forName="ChildAccent2" refType="h" fact="0.1613"/>
              <dgm:constr type="w" for="ch" forName="ChildAccent2" refType="w" fact="0.5"/>
              <dgm:constr type="h" for="ch" forName="ChildAccent2" refType="h" fact="0.8387"/>
              <dgm:constr type="l" for="ch" forName="Parent2" refType="w" fact="0"/>
              <dgm:constr type="t" for="ch" forName="Parent2" refType="h" fact="0"/>
              <dgm:constr type="w" for="ch" forName="Parent2" refType="w" fact="0.5"/>
              <dgm:constr type="h" for="ch" forName="Parent2" refType="h" fact="0.1613"/>
            </dgm:constrLst>
          </dgm:if>
          <dgm:if name="Name15" axis="ch" ptType="node" func="cnt" op="equ" val="3">
            <dgm:alg type="composite">
              <dgm:param type="ar" val="1.1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Child3" refType="w" fact="0"/>
              <dgm:constr type="t" for="ch" forName="Child3" refType="h" fact="0.1757"/>
              <dgm:constr type="w" for="ch" forName="Child3" refType="w" fact="0.291"/>
              <dgm:constr type="h" for="ch" forName="Child3" refType="h" fact="0.8243"/>
              <dgm:constr type="l" for="ch" forName="Child2" refType="w" fact="0.3333"/>
              <dgm:constr type="t" for="ch" forName="Child2" refType="h" fact="0.1757"/>
              <dgm:constr type="w" for="ch" forName="Child2" refType="w" fact="0.291"/>
              <dgm:constr type="h" for="ch" forName="Child2" refType="h" fact="0.7655"/>
              <dgm:constr type="l" for="ch" forName="Child1" refType="w" fact="0.6667"/>
              <dgm:constr type="t" for="ch" forName="Child1" refType="h" fact="0.1757"/>
              <dgm:constr type="w" for="ch" forName="Child1" refType="w" fact="0.291"/>
              <dgm:constr type="h" for="ch" forName="Child1" refType="h" fact="0.7066"/>
              <dgm:constr type="l" for="ch" forName="ChildAccent1" refType="w" fact="0.6667"/>
              <dgm:constr type="t" for="ch" forName="ChildAccent1" refType="h" fact="0.1757"/>
              <dgm:constr type="w" for="ch" forName="ChildAccent1" refType="w" fact="0.3333"/>
              <dgm:constr type="h" for="ch" forName="ChildAccent1" refType="h" fact="0.7066"/>
              <dgm:constr type="l" for="ch" forName="Parent1" refType="w" fact="0.6667"/>
              <dgm:constr type="t" for="ch" forName="Parent1" refType="h" fact="0.0579"/>
              <dgm:constr type="w" for="ch" forName="Parent1" refType="w" fact="0.3333"/>
              <dgm:constr type="h" for="ch" forName="Parent1" refType="h" fact="0.1178"/>
              <dgm:constr type="l" for="ch" forName="ChildAccent2" refType="w" fact="0.3333"/>
              <dgm:constr type="t" for="ch" forName="ChildAccent2" refType="h" fact="0.1757"/>
              <dgm:constr type="w" for="ch" forName="ChildAccent2" refType="w" fact="0.3333"/>
              <dgm:constr type="h" for="ch" forName="ChildAccent2" refType="h" fact="0.7655"/>
              <dgm:constr type="l" for="ch" forName="Parent2" refType="w" fact="0.3333"/>
              <dgm:constr type="t" for="ch" forName="Parent2" refType="h" fact="0.0285"/>
              <dgm:constr type="w" for="ch" forName="Parent2" refType="w" fact="0.3333"/>
              <dgm:constr type="h" for="ch" forName="Parent2" refType="h" fact="0.1472"/>
              <dgm:constr type="l" for="ch" forName="ChildAccent3" refType="w" fact="0"/>
              <dgm:constr type="t" for="ch" forName="ChildAccent3" refType="h" fact="0.1757"/>
              <dgm:constr type="w" for="ch" forName="ChildAccent3" refType="w" fact="0.3333"/>
              <dgm:constr type="h" for="ch" forName="ChildAccent3" refType="h" fact="0.8243"/>
              <dgm:constr type="l" for="ch" forName="Parent3" refType="w" fact="0"/>
              <dgm:constr type="t" for="ch" forName="Parent3" refType="h" fact="0"/>
              <dgm:constr type="w" for="ch" forName="Parent3" refType="w" fact="0.3333"/>
              <dgm:constr type="h" for="ch" forName="Parent3" refType="h" fact="0.176"/>
            </dgm:constrLst>
          </dgm:if>
          <dgm:if name="Name16" axis="ch" ptType="node" func="cnt" op="equ" val="4">
            <dgm:alg type="composite">
              <dgm:param type="ar" val="1.362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Child4" refType="w" fact="0"/>
              <dgm:constr type="t" for="ch" forName="Child4" refType="h" fact="0.1892"/>
              <dgm:constr type="w" for="ch" forName="Child4" refType="w" fact="0.2183"/>
              <dgm:constr type="h" for="ch" forName="Child4" refType="h" fact="0.8108"/>
              <dgm:constr type="l" for="ch" forName="Child3" refType="w" fact="0.25"/>
              <dgm:constr type="t" for="ch" forName="Child3" refType="h" fact="0.1892"/>
              <dgm:constr type="w" for="ch" forName="Child3" refType="w" fact="0.2183"/>
              <dgm:constr type="h" for="ch" forName="Child3" refType="h" fact="0.7568"/>
              <dgm:constr type="l" for="ch" forName="Child2" refType="w" fact="0.5"/>
              <dgm:constr type="t" for="ch" forName="Child2" refType="h" fact="0.1892"/>
              <dgm:constr type="w" for="ch" forName="Child2" refType="w" fact="0.2183"/>
              <dgm:constr type="h" for="ch" forName="Child2" refType="h" fact="0.7027"/>
              <dgm:constr type="l" for="ch" forName="Child1" refType="w" fact="0.75"/>
              <dgm:constr type="t" for="ch" forName="Child1" refType="h" fact="0.1892"/>
              <dgm:constr type="w" for="ch" forName="Child1" refType="w" fact="0.2183"/>
              <dgm:constr type="h" for="ch" forName="Child1" refType="h" fact="0.6486"/>
              <dgm:constr type="l" for="ch" forName="ChildAccent1" refType="w" fact="0.75"/>
              <dgm:constr type="t" for="ch" forName="ChildAccent1" refType="h" fact="0.1892"/>
              <dgm:constr type="w" for="ch" forName="ChildAccent1" refType="w" fact="0.25"/>
              <dgm:constr type="h" for="ch" forName="ChildAccent1" refType="h" fact="0.6486"/>
              <dgm:constr type="l" for="ch" forName="Parent1" refType="w" fact="0.75"/>
              <dgm:constr type="t" for="ch" forName="Parent1" refType="h" fact="0.0811"/>
              <dgm:constr type="w" for="ch" forName="Parent1" refType="w" fact="0.25"/>
              <dgm:constr type="h" for="ch" forName="Parent1" refType="h" fact="0.1081"/>
              <dgm:constr type="l" for="ch" forName="ChildAccent2" refType="w" fact="0.5"/>
              <dgm:constr type="t" for="ch" forName="ChildAccent2" refType="h" fact="0.1892"/>
              <dgm:constr type="w" for="ch" forName="ChildAccent2" refType="w" fact="0.25"/>
              <dgm:constr type="h" for="ch" forName="ChildAccent2" refType="h" fact="0.7027"/>
              <dgm:constr type="l" for="ch" forName="Parent2" refType="w" fact="0.5"/>
              <dgm:constr type="t" for="ch" forName="Parent2" refType="h" fact="0.0541"/>
              <dgm:constr type="w" for="ch" forName="Parent2" refType="w" fact="0.25"/>
              <dgm:constr type="h" for="ch" forName="Parent2" refType="h" fact="0.1351"/>
              <dgm:constr type="l" for="ch" forName="ChildAccent3" refType="w" fact="0.25"/>
              <dgm:constr type="t" for="ch" forName="ChildAccent3" refType="h" fact="0.1892"/>
              <dgm:constr type="w" for="ch" forName="ChildAccent3" refType="w" fact="0.25"/>
              <dgm:constr type="h" for="ch" forName="ChildAccent3" refType="h" fact="0.7568"/>
              <dgm:constr type="l" for="ch" forName="Parent3" refType="w" fact="0.25"/>
              <dgm:constr type="t" for="ch" forName="Parent3" refType="h" fact="0.0279"/>
              <dgm:constr type="w" for="ch" forName="Parent3" refType="w" fact="0.25"/>
              <dgm:constr type="h" for="ch" forName="Parent3" refType="h" fact="0.161"/>
              <dgm:constr type="l" for="ch" forName="ChildAccent4" refType="w" fact="0"/>
              <dgm:constr type="t" for="ch" forName="ChildAccent4" refType="h" fact="0.1892"/>
              <dgm:constr type="w" for="ch" forName="ChildAccent4" refType="w" fact="0.25"/>
              <dgm:constr type="h" for="ch" forName="ChildAccent4" refType="h" fact="0.8108"/>
              <dgm:constr type="l" for="ch" forName="Parent4" refType="w" fact="0"/>
              <dgm:constr type="t" for="ch" forName="Parent4" refType="h" fact="0"/>
              <dgm:constr type="w" for="ch" forName="Parent4" refType="w" fact="0.25"/>
              <dgm:constr type="h" for="ch" forName="Parent4" refType="h" fact="0.1892"/>
            </dgm:constrLst>
          </dgm:if>
          <dgm:if name="Name17" axis="ch" ptType="node" func="cnt" op="equ" val="5">
            <dgm:alg type="composite">
              <dgm:param type="ar" val="1.574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Child5" refType="w" fact="0"/>
              <dgm:constr type="t" for="ch" forName="Child5" refType="h" fact="0.2"/>
              <dgm:constr type="w" for="ch" forName="Child5" refType="w" fact="0.1747"/>
              <dgm:constr type="h" for="ch" forName="Child5" refType="h" fact="0.8"/>
              <dgm:constr type="l" for="ch" forName="Child4" refType="w" fact="0.2001"/>
              <dgm:constr type="t" for="ch" forName="Child4" refType="h" fact="0.2"/>
              <dgm:constr type="w" for="ch" forName="Child4" refType="w" fact="0.1747"/>
              <dgm:constr type="h" for="ch" forName="Child4" refType="h" fact="0.75"/>
              <dgm:constr type="l" for="ch" forName="Child3" refType="w" fact="0.4002"/>
              <dgm:constr type="t" for="ch" forName="Child3" refType="h" fact="0.2"/>
              <dgm:constr type="w" for="ch" forName="Child3" refType="w" fact="0.1747"/>
              <dgm:constr type="h" for="ch" forName="Child3" refType="h" fact="0.7"/>
              <dgm:constr type="l" for="ch" forName="Child2" refType="w" fact="0.6003"/>
              <dgm:constr type="t" for="ch" forName="Child2" refType="h" fact="0.2"/>
              <dgm:constr type="w" for="ch" forName="Child2" refType="w" fact="0.1747"/>
              <dgm:constr type="h" for="ch" forName="Child2" refType="h" fact="0.65"/>
              <dgm:constr type="l" for="ch" forName="Child1" refType="w" fact="0.7999"/>
              <dgm:constr type="t" for="ch" forName="Child1" refType="h" fact="0.2"/>
              <dgm:constr type="w" for="ch" forName="Child1" refType="w" fact="0.1747"/>
              <dgm:constr type="h" for="ch" forName="Child1" refType="h" fact="0.6"/>
              <dgm:constr type="l" for="ch" forName="ChildAccent1" refType="w" fact="0.7999"/>
              <dgm:constr type="t" for="ch" forName="ChildAccent1" refType="h" fact="0.2"/>
              <dgm:constr type="w" for="ch" forName="ChildAccent1" refType="w" fact="0.2001"/>
              <dgm:constr type="h" for="ch" forName="ChildAccent1" refType="h" fact="0.6"/>
              <dgm:constr type="l" for="ch" forName="Parent1" refType="w" fact="0.7999"/>
              <dgm:constr type="t" for="ch" forName="Parent1" refType="h" fact="0.1"/>
              <dgm:constr type="w" for="ch" forName="Parent1" refType="w" fact="0.2001"/>
              <dgm:constr type="h" for="ch" forName="Parent1" refType="h" fact="0.1"/>
              <dgm:constr type="l" for="ch" forName="ChildAccent2" refType="w" fact="0.6003"/>
              <dgm:constr type="t" for="ch" forName="ChildAccent2" refType="h" fact="0.2"/>
              <dgm:constr type="w" for="ch" forName="ChildAccent2" refType="w" fact="0.2001"/>
              <dgm:constr type="h" for="ch" forName="ChildAccent2" refType="h" fact="0.65"/>
              <dgm:constr type="l" for="ch" forName="Parent2" refType="w" fact="0.6003"/>
              <dgm:constr type="t" for="ch" forName="Parent2" refType="h" fact="0.075"/>
              <dgm:constr type="w" for="ch" forName="Parent2" refType="w" fact="0.2001"/>
              <dgm:constr type="h" for="ch" forName="Parent2" refType="h" fact="0.125"/>
              <dgm:constr type="l" for="ch" forName="ChildAccent3" refType="w" fact="0.4002"/>
              <dgm:constr type="t" for="ch" forName="ChildAccent3" refType="h" fact="0.2"/>
              <dgm:constr type="w" for="ch" forName="ChildAccent3" refType="w" fact="0.2001"/>
              <dgm:constr type="h" for="ch" forName="ChildAccent3" refType="h" fact="0.7"/>
              <dgm:constr type="l" for="ch" forName="Parent3" refType="w" fact="0.4002"/>
              <dgm:constr type="t" for="ch" forName="Parent3" refType="h" fact="0.0508"/>
              <dgm:constr type="w" for="ch" forName="Parent3" refType="w" fact="0.2001"/>
              <dgm:constr type="h" for="ch" forName="Parent3" refType="h" fact="0.15"/>
              <dgm:constr type="l" for="ch" forName="ChildAccent4" refType="w" fact="0.2001"/>
              <dgm:constr type="t" for="ch" forName="ChildAccent4" refType="h" fact="0.2"/>
              <dgm:constr type="w" for="ch" forName="ChildAccent4" refType="w" fact="0.2001"/>
              <dgm:constr type="h" for="ch" forName="ChildAccent4" refType="h" fact="0.75"/>
              <dgm:constr type="l" for="ch" forName="Parent4" refType="w" fact="0.2001"/>
              <dgm:constr type="t" for="ch" forName="Parent4" refType="h" fact="0.025"/>
              <dgm:constr type="w" for="ch" forName="Parent4" refType="w" fact="0.2001"/>
              <dgm:constr type="h" for="ch" forName="Parent4" refType="h" fact="0.175"/>
              <dgm:constr type="l" for="ch" forName="ChildAccent5" refType="w" fact="0"/>
              <dgm:constr type="t" for="ch" forName="ChildAccent5" refType="h" fact="0.2"/>
              <dgm:constr type="w" for="ch" forName="ChildAccent5" refType="w" fact="0.2001"/>
              <dgm:constr type="h" for="ch" forName="ChildAccent5" refType="h" fact="0.8"/>
              <dgm:constr type="l" for="ch" forName="Parent5" refType="w" fact="0"/>
              <dgm:constr type="t" for="ch" forName="Parent5" refType="h" fact="0"/>
              <dgm:constr type="w" for="ch" forName="Parent5" refType="w" fact="0.2001"/>
              <dgm:constr type="h" for="ch" forName="Parent5" refType="h" fact="0.2"/>
            </dgm:constrLst>
          </dgm:if>
          <dgm:if name="Name18" axis="ch" ptType="node" func="cnt" op="equ" val="6">
            <dgm:alg type="composite">
              <dgm:param type="ar" val="1.756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Child6" refType="w" fact="0"/>
              <dgm:constr type="t" for="ch" forName="Child6" refType="h" fact="0.2087"/>
              <dgm:constr type="w" for="ch" forName="Child6" refType="w" fact="0.1458"/>
              <dgm:constr type="h" for="ch" forName="Child6" refType="h" fact="0.7913"/>
              <dgm:constr type="l" for="ch" forName="Child5" refType="w" fact="0.167"/>
              <dgm:constr type="t" for="ch" forName="Child5" refType="h" fact="0.2087"/>
              <dgm:constr type="w" for="ch" forName="Child5" refType="w" fact="0.1458"/>
              <dgm:constr type="h" for="ch" forName="Child5" refType="h" fact="0.7448"/>
              <dgm:constr type="l" for="ch" forName="Child4" refType="w" fact="0.3339"/>
              <dgm:constr type="t" for="ch" forName="Child4" refType="h" fact="0.2087"/>
              <dgm:constr type="w" for="ch" forName="Child4" refType="w" fact="0.1458"/>
              <dgm:constr type="h" for="ch" forName="Child4" refType="h" fact="0.6982"/>
              <dgm:constr type="l" for="ch" forName="Child3" refType="w" fact="0.5009"/>
              <dgm:constr type="t" for="ch" forName="Child3" refType="h" fact="0.2087"/>
              <dgm:constr type="w" for="ch" forName="Child3" refType="w" fact="0.1458"/>
              <dgm:constr type="h" for="ch" forName="Child3" refType="h" fact="0.6517"/>
              <dgm:constr type="l" for="ch" forName="Child2" refType="w" fact="0.6674"/>
              <dgm:constr type="t" for="ch" forName="Child2" refType="h" fact="0.2087"/>
              <dgm:constr type="w" for="ch" forName="Child2" refType="w" fact="0.1458"/>
              <dgm:constr type="h" for="ch" forName="Child2" refType="h" fact="0.6051"/>
              <dgm:constr type="l" for="ch" forName="Child1" refType="w" fact="0.833"/>
              <dgm:constr type="t" for="ch" forName="Child1" refType="h" fact="0.2087"/>
              <dgm:constr type="w" for="ch" forName="Child1" refType="w" fact="0.1458"/>
              <dgm:constr type="h" for="ch" forName="Child1" refType="h" fact="0.5586"/>
              <dgm:constr type="l" for="ch" forName="ChildAccent1" refType="w" fact="0.833"/>
              <dgm:constr type="t" for="ch" forName="ChildAccent1" refType="h" fact="0.2087"/>
              <dgm:constr type="w" for="ch" forName="ChildAccent1" refType="w" fact="0.167"/>
              <dgm:constr type="h" for="ch" forName="ChildAccent1" refType="h" fact="0.5586"/>
              <dgm:constr type="l" for="ch" forName="Parent1" refType="w" fact="0.833"/>
              <dgm:constr type="t" for="ch" forName="Parent1" refType="h" fact="0.1156"/>
              <dgm:constr type="w" for="ch" forName="Parent1" refType="w" fact="0.167"/>
              <dgm:constr type="h" for="ch" forName="Parent1" refType="h" fact="0.0931"/>
              <dgm:constr type="l" for="ch" forName="ChildAccent2" refType="w" fact="0.6674"/>
              <dgm:constr type="t" for="ch" forName="ChildAccent2" refType="h" fact="0.2087"/>
              <dgm:constr type="w" for="ch" forName="ChildAccent2" refType="w" fact="0.167"/>
              <dgm:constr type="h" for="ch" forName="ChildAccent2" refType="h" fact="0.6051"/>
              <dgm:constr type="l" for="ch" forName="Parent2" refType="w" fact="0.6674"/>
              <dgm:constr type="t" for="ch" forName="Parent2" refType="h" fact="0.0923"/>
              <dgm:constr type="w" for="ch" forName="Parent2" refType="w" fact="0.165"/>
              <dgm:constr type="h" for="ch" forName="Parent2" refType="h" fact="0.1164"/>
              <dgm:constr type="l" for="ch" forName="ChildAccent3" refType="w" fact="0.5009"/>
              <dgm:constr type="t" for="ch" forName="ChildAccent3" refType="h" fact="0.2087"/>
              <dgm:constr type="w" for="ch" forName="ChildAccent3" refType="w" fact="0.167"/>
              <dgm:constr type="h" for="ch" forName="ChildAccent3" refType="h" fact="0.6517"/>
              <dgm:constr type="l" for="ch" forName="Parent3" refType="w" fact="0.5009"/>
              <dgm:constr type="t" for="ch" forName="Parent3" refType="h" fact="0.0698"/>
              <dgm:constr type="w" for="ch" forName="Parent3" refType="w" fact="0.166"/>
              <dgm:constr type="h" for="ch" forName="Parent3" refType="h" fact="0.1396"/>
              <dgm:constr type="l" for="ch" forName="ChildAccent4" refType="w" fact="0.3339"/>
              <dgm:constr type="t" for="ch" forName="ChildAccent4" refType="h" fact="0.2087"/>
              <dgm:constr type="w" for="ch" forName="ChildAccent4" refType="w" fact="0.167"/>
              <dgm:constr type="h" for="ch" forName="ChildAccent4" refType="h" fact="0.6982"/>
              <dgm:constr type="l" for="ch" forName="Parent4" refType="w" fact="0.3339"/>
              <dgm:constr type="t" for="ch" forName="Parent4" refType="h" fact="0.0458"/>
              <dgm:constr type="w" for="ch" forName="Parent4" refType="w" fact="0.167"/>
              <dgm:constr type="h" for="ch" forName="Parent4" refType="h" fact="0.1629"/>
              <dgm:constr type="l" for="ch" forName="ChildAccent5" refType="w" fact="0.167"/>
              <dgm:constr type="t" for="ch" forName="ChildAccent5" refType="h" fact="0.2087"/>
              <dgm:constr type="w" for="ch" forName="ChildAccent5" refType="w" fact="0.167"/>
              <dgm:constr type="h" for="ch" forName="ChildAccent5" refType="h" fact="0.7448"/>
              <dgm:constr type="l" for="ch" forName="Parent5" refType="w" fact="0.167"/>
              <dgm:constr type="t" for="ch" forName="Parent5" refType="h" fact="0.0225"/>
              <dgm:constr type="w" for="ch" forName="Parent5" refType="w" fact="0.167"/>
              <dgm:constr type="h" for="ch" forName="Parent5" refType="h" fact="0.1862"/>
              <dgm:constr type="l" for="ch" forName="ChildAccent6" refType="w" fact="0"/>
              <dgm:constr type="t" for="ch" forName="ChildAccent6" refType="h" fact="0.2087"/>
              <dgm:constr type="w" for="ch" forName="ChildAccent6" refType="w" fact="0.167"/>
              <dgm:constr type="h" for="ch" forName="ChildAccent6" refType="h" fact="0.7913"/>
              <dgm:constr type="l" for="ch" forName="Parent6" refType="w" fact="0"/>
              <dgm:constr type="t" for="ch" forName="Parent6" refType="h" fact="0"/>
              <dgm:constr type="w" for="ch" forName="Parent6" refType="w" fact="0.167"/>
              <dgm:constr type="h" for="ch" forName="Parent6" refType="h" fact="0.2095"/>
            </dgm:constrLst>
          </dgm:if>
          <dgm:else name="Name19">
            <dgm:alg type="composite">
              <dgm:param type="ar" val="1.91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Child7" refType="w" fact="0"/>
              <dgm:constr type="t" for="ch" forName="Child7" refType="h" fact="0.2168"/>
              <dgm:constr type="w" for="ch" forName="Child7" refType="w" fact="0.125"/>
              <dgm:constr type="h" for="ch" forName="Child7" refType="h" fact="0.7832"/>
              <dgm:constr type="l" for="ch" forName="Child6" refType="w" fact="0.1432"/>
              <dgm:constr type="t" for="ch" forName="Child6" refType="h" fact="0.2168"/>
              <dgm:constr type="w" for="ch" forName="Child6" refType="w" fact="0.125"/>
              <dgm:constr type="h" for="ch" forName="Child6" refType="h" fact="0.7397"/>
              <dgm:constr type="l" for="ch" forName="Child5" refType="w" fact="0.2865"/>
              <dgm:constr type="t" for="ch" forName="Child5" refType="h" fact="0.2168"/>
              <dgm:constr type="w" for="ch" forName="Child5" refType="w" fact="0.125"/>
              <dgm:constr type="h" for="ch" forName="Child5" refType="h" fact="0.6962"/>
              <dgm:constr type="l" for="ch" forName="Child4" refType="w" fact="0.4297"/>
              <dgm:constr type="t" for="ch" forName="Child4" refType="h" fact="0.2168"/>
              <dgm:constr type="w" for="ch" forName="Child4" refType="w" fact="0.125"/>
              <dgm:constr type="h" for="ch" forName="Child4" refType="h" fact="0.6526"/>
              <dgm:constr type="l" for="ch" forName="Child3" refType="w" fact="0.5726"/>
              <dgm:constr type="t" for="ch" forName="Child3" refType="h" fact="0.2168"/>
              <dgm:constr type="w" for="ch" forName="Child3" refType="w" fact="0.125"/>
              <dgm:constr type="h" for="ch" forName="Child3" refType="h" fact="0.6091"/>
              <dgm:constr type="l" for="ch" forName="Child2" refType="w" fact="0.7147"/>
              <dgm:constr type="t" for="ch" forName="Child2" refType="h" fact="0.2168"/>
              <dgm:constr type="w" for="ch" forName="Child2" refType="w" fact="0.125"/>
              <dgm:constr type="h" for="ch" forName="Child2" refType="h" fact="0.5656"/>
              <dgm:constr type="l" for="ch" forName="Child1" refType="w" fact="0.8568"/>
              <dgm:constr type="t" for="ch" forName="Child1" refType="h" fact="0.2168"/>
              <dgm:constr type="w" for="ch" forName="Child1" refType="w" fact="0.125"/>
              <dgm:constr type="h" for="ch" forName="Child1" refType="h" fact="0.5221"/>
              <dgm:constr type="l" for="ch" forName="ChildAccent1" refType="w" fact="0.8568"/>
              <dgm:constr type="t" for="ch" forName="ChildAccent1" refType="h" fact="0.2168"/>
              <dgm:constr type="w" for="ch" forName="ChildAccent1" refType="w" fact="0.1432"/>
              <dgm:constr type="h" for="ch" forName="ChildAccent1" refType="h" fact="0.5221"/>
              <dgm:constr type="l" for="ch" forName="Parent1" refType="w" fact="0.8568"/>
              <dgm:constr type="t" for="ch" forName="Parent1" refType="h" fact="0.1298"/>
              <dgm:constr type="w" for="ch" forName="Parent1" refType="w" fact="0.1432"/>
              <dgm:constr type="h" for="ch" forName="Parent1" refType="h" fact="0.087"/>
              <dgm:constr type="l" for="ch" forName="ChildAccent2" refType="w" fact="0.7147"/>
              <dgm:constr type="t" for="ch" forName="ChildAccent2" refType="h" fact="0.2168"/>
              <dgm:constr type="w" for="ch" forName="ChildAccent2" refType="w" fact="0.1432"/>
              <dgm:constr type="h" for="ch" forName="ChildAccent2" refType="h" fact="0.5656"/>
              <dgm:constr type="l" for="ch" forName="Parent2" refType="w" fact="0.7147"/>
              <dgm:constr type="t" for="ch" forName="Parent2" refType="h" fact="0.108"/>
              <dgm:constr type="w" for="ch" forName="Parent2" refType="w" fact="0.1425"/>
              <dgm:constr type="h" for="ch" forName="Parent2" refType="h" fact="0.1088"/>
              <dgm:constr type="l" for="ch" forName="ChildAccent3" refType="w" fact="0.5726"/>
              <dgm:constr type="t" for="ch" forName="ChildAccent3" refType="h" fact="0.2168"/>
              <dgm:constr type="w" for="ch" forName="ChildAccent3" refType="w" fact="0.1432"/>
              <dgm:constr type="h" for="ch" forName="ChildAccent3" refType="h" fact="0.6091"/>
              <dgm:constr type="l" for="ch" forName="Parent3" refType="w" fact="0.5726"/>
              <dgm:constr type="t" for="ch" forName="Parent3" refType="h" fact="0.087"/>
              <dgm:constr type="w" for="ch" forName="Parent3" refType="w" fact="0.142"/>
              <dgm:constr type="h" for="ch" forName="Parent3" refType="h" fact="0.1305"/>
              <dgm:constr type="l" for="ch" forName="ChildAccent4" refType="w" fact="0.4297"/>
              <dgm:constr type="t" for="ch" forName="ChildAccent4" refType="h" fact="0.2168"/>
              <dgm:constr type="w" for="ch" forName="ChildAccent4" refType="w" fact="0.1432"/>
              <dgm:constr type="h" for="ch" forName="ChildAccent4" refType="h" fact="0.6526"/>
              <dgm:constr type="l" for="ch" forName="Parent4" refType="w" fact="0.4297"/>
              <dgm:constr type="t" for="ch" forName="Parent4" refType="h" fact="0.0645"/>
              <dgm:constr type="w" for="ch" forName="Parent4" refType="w" fact="0.1432"/>
              <dgm:constr type="h" for="ch" forName="Parent4" refType="h" fact="0.1523"/>
              <dgm:constr type="l" for="ch" forName="ChildAccent5" refType="w" fact="0.2865"/>
              <dgm:constr type="t" for="ch" forName="ChildAccent5" refType="h" fact="0.2168"/>
              <dgm:constr type="w" for="ch" forName="ChildAccent5" refType="w" fact="0.1432"/>
              <dgm:constr type="h" for="ch" forName="ChildAccent5" refType="h" fact="0.6962"/>
              <dgm:constr type="l" for="ch" forName="Parent5" refType="w" fact="0.2865"/>
              <dgm:constr type="t" for="ch" forName="Parent5" refType="h" fact="0.0428"/>
              <dgm:constr type="w" for="ch" forName="Parent5" refType="w" fact="0.1432"/>
              <dgm:constr type="h" for="ch" forName="Parent5" refType="h" fact="0.174"/>
              <dgm:constr type="l" for="ch" forName="ChildAccent6" refType="w" fact="0.1432"/>
              <dgm:constr type="t" for="ch" forName="ChildAccent6" refType="h" fact="0.2168"/>
              <dgm:constr type="w" for="ch" forName="ChildAccent6" refType="w" fact="0.1432"/>
              <dgm:constr type="h" for="ch" forName="ChildAccent6" refType="h" fact="0.7397"/>
              <dgm:constr type="l" for="ch" forName="Parent6" refType="w" fact="0.1432"/>
              <dgm:constr type="t" for="ch" forName="Parent6" refType="h" fact="0.0217"/>
              <dgm:constr type="w" for="ch" forName="Parent6" refType="w" fact="0.1432"/>
              <dgm:constr type="h" for="ch" forName="Parent6" refType="h" fact="0.1958"/>
              <dgm:constr type="l" for="ch" forName="ChildAccent7" refType="w" fact="0"/>
              <dgm:constr type="t" for="ch" forName="ChildAccent7" refType="h" fact="0.2168"/>
              <dgm:constr type="w" for="ch" forName="ChildAccent7" refType="w" fact="0.1432"/>
              <dgm:constr type="h" for="ch" forName="ChildAccent7" refType="h" fact="0.7832"/>
              <dgm:constr type="l" for="ch" forName="Parent7" refType="w" fact="0"/>
              <dgm:constr type="t" for="ch" forName="Parent7" refType="h" fact="0"/>
              <dgm:constr type="w" for="ch" forName="Parent7" refType="w" fact="0.1432"/>
              <dgm:constr type="h" for="ch" forName="Parent7" refType="h" fact="0.2175"/>
            </dgm:constrLst>
          </dgm:else>
        </dgm:choose>
      </dgm:else>
    </dgm:choose>
    <dgm:forEach name="wrapper" axis="self" ptType="parTrans">
      <dgm:forEach name="accentRepeat" axis="self">
        <dgm:layoutNode name="ChildAccent" styleLbl="alignImgPlace1">
          <dgm:alg type="sp"/>
          <dgm:choose name="Name20">
            <dgm:if name="Name21" axis="followSib" ptType="node" func="cnt" op="equ" val="0">
              <dgm:shape xmlns:r="http://schemas.openxmlformats.org/officeDocument/2006/relationships" type="wedgeRectCallout" r:blip="">
                <dgm:adjLst>
                  <dgm:adj idx="1" val="0"/>
                  <dgm:adj idx="2" val="0"/>
                </dgm:adjLst>
              </dgm:shape>
            </dgm:if>
            <dgm:else name="Name22">
              <dgm:choose name="Name23">
                <dgm:if name="Name24" axis="precedSib" ptType="node" func="cnt" op="equ" val="6">
                  <dgm:shape xmlns:r="http://schemas.openxmlformats.org/officeDocument/2006/relationships" type="wedgeRectCallout" r:blip="">
                    <dgm:adjLst>
                      <dgm:adj idx="1" val="0"/>
                      <dgm:adj idx="2" val="0"/>
                    </dgm:adjLst>
                  </dgm:shape>
                </dgm:if>
                <dgm:else name="Name25">
                  <dgm:choose name="Name26">
                    <dgm:if name="Name27" func="var" arg="dir" op="equ" val="norm">
                      <dgm:shape xmlns:r="http://schemas.openxmlformats.org/officeDocument/2006/relationships" type="wedgeRectCallout" r:blip="">
                        <dgm:adjLst>
                          <dgm:adj idx="1" val="0.625"/>
                          <dgm:adj idx="2" val="0.2083"/>
                        </dgm:adjLst>
                      </dgm:shape>
                    </dgm:if>
                    <dgm:else name="Name28">
                      <dgm:shape xmlns:r="http://schemas.openxmlformats.org/officeDocument/2006/relationships" type="wedgeRectCallout" r:blip="">
                        <dgm:adjLst>
                          <dgm:adj idx="1" val="-0.625"/>
                          <dgm:adj idx="2" val="0.2083"/>
                        </dgm:adjLst>
                      </dgm:shape>
                    </dgm:else>
                  </dgm:choose>
                </dgm:else>
              </dgm:choose>
            </dgm:else>
          </dgm:choose>
          <dgm:presOf axis="des" ptType="node"/>
        </dgm:layoutNode>
      </dgm:forEach>
    </dgm:forEach>
    <dgm:forEach name="Name29" axis="ch" ptType="node" st="7" cnt="1">
      <dgm:layoutNode name="ChildAccent7">
        <dgm:alg type="sp"/>
        <dgm:shape xmlns:r="http://schemas.openxmlformats.org/officeDocument/2006/relationships" r:blip="">
          <dgm:adjLst/>
        </dgm:shape>
        <dgm:presOf/>
        <dgm:constrLst/>
        <dgm:forEach name="Name30" ref="accentRepeat"/>
      </dgm:layoutNode>
      <dgm:layoutNode name="Child7" styleLbl="revTx">
        <dgm:varLst>
          <dgm:chMax val="0"/>
          <dgm:chPref val="0"/>
          <dgm:bulletEnabled val="1"/>
        </dgm:varLst>
        <dgm:choose name="Name31">
          <dgm:if name="Name32" func="var" arg="dir" op="equ" val="norm">
            <dgm:alg type="tx">
              <dgm:param type="parTxLTRAlign" val="r"/>
              <dgm:param type="shpTxLTRAlignCh" val="r"/>
              <dgm:param type="txAnchorVert" val="t"/>
            </dgm:alg>
          </dgm:if>
          <dgm:else name="Name3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7"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34" axis="ch" ptType="node" st="6" cnt="1">
      <dgm:layoutNode name="ChildAccent6">
        <dgm:alg type="sp"/>
        <dgm:shape xmlns:r="http://schemas.openxmlformats.org/officeDocument/2006/relationships" r:blip="">
          <dgm:adjLst/>
        </dgm:shape>
        <dgm:presOf/>
        <dgm:constrLst/>
        <dgm:forEach name="Name35" ref="accentRepeat"/>
      </dgm:layoutNode>
      <dgm:layoutNode name="Child6" styleLbl="revTx">
        <dgm:varLst>
          <dgm:chMax val="0"/>
          <dgm:chPref val="0"/>
          <dgm:bulletEnabled val="1"/>
        </dgm:varLst>
        <dgm:choose name="Name36">
          <dgm:if name="Name37" func="var" arg="dir" op="equ" val="norm">
            <dgm:alg type="tx">
              <dgm:param type="parTxLTRAlign" val="r"/>
              <dgm:param type="shpTxLTRAlignCh" val="r"/>
              <dgm:param type="txAnchorVert" val="t"/>
            </dgm:alg>
          </dgm:if>
          <dgm:else name="Name38">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6"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39" axis="ch" ptType="node" st="5" cnt="1">
      <dgm:layoutNode name="ChildAccent5">
        <dgm:alg type="sp"/>
        <dgm:shape xmlns:r="http://schemas.openxmlformats.org/officeDocument/2006/relationships" r:blip="">
          <dgm:adjLst/>
        </dgm:shape>
        <dgm:presOf/>
        <dgm:constrLst/>
        <dgm:forEach name="Name40" ref="accentRepeat"/>
      </dgm:layoutNode>
      <dgm:layoutNode name="Child5" styleLbl="revTx">
        <dgm:varLst>
          <dgm:chMax val="0"/>
          <dgm:chPref val="0"/>
          <dgm:bulletEnabled val="1"/>
        </dgm:varLst>
        <dgm:choose name="Name41">
          <dgm:if name="Name42" func="var" arg="dir" op="equ" val="norm">
            <dgm:alg type="tx">
              <dgm:param type="parTxLTRAlign" val="r"/>
              <dgm:param type="shpTxLTRAlignCh" val="r"/>
              <dgm:param type="txAnchorVert" val="t"/>
            </dgm:alg>
          </dgm:if>
          <dgm:else name="Name4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5"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44" axis="ch" ptType="node" st="4" cnt="1">
      <dgm:layoutNode name="ChildAccent4">
        <dgm:alg type="sp"/>
        <dgm:shape xmlns:r="http://schemas.openxmlformats.org/officeDocument/2006/relationships" r:blip="">
          <dgm:adjLst/>
        </dgm:shape>
        <dgm:presOf/>
        <dgm:constrLst/>
        <dgm:forEach name="Name45" ref="accentRepeat"/>
      </dgm:layoutNode>
      <dgm:layoutNode name="Child4" styleLbl="revTx">
        <dgm:varLst>
          <dgm:chMax val="0"/>
          <dgm:chPref val="0"/>
          <dgm:bulletEnabled val="1"/>
        </dgm:varLst>
        <dgm:choose name="Name46">
          <dgm:if name="Name47" func="var" arg="dir" op="equ" val="norm">
            <dgm:alg type="tx">
              <dgm:param type="parTxLTRAlign" val="r"/>
              <dgm:param type="shpTxLTRAlignCh" val="r"/>
              <dgm:param type="txAnchorVert" val="t"/>
            </dgm:alg>
          </dgm:if>
          <dgm:else name="Name48">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4"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49" axis="ch" ptType="node" st="3" cnt="1">
      <dgm:layoutNode name="ChildAccent3">
        <dgm:alg type="sp"/>
        <dgm:shape xmlns:r="http://schemas.openxmlformats.org/officeDocument/2006/relationships" r:blip="">
          <dgm:adjLst/>
        </dgm:shape>
        <dgm:presOf/>
        <dgm:constrLst/>
        <dgm:forEach name="Name50" ref="accentRepeat"/>
      </dgm:layoutNode>
      <dgm:layoutNode name="Child3" styleLbl="revTx">
        <dgm:varLst>
          <dgm:chMax val="0"/>
          <dgm:chPref val="0"/>
          <dgm:bulletEnabled val="1"/>
        </dgm:varLst>
        <dgm:choose name="Name51">
          <dgm:if name="Name52" func="var" arg="dir" op="equ" val="norm">
            <dgm:alg type="tx">
              <dgm:param type="parTxLTRAlign" val="r"/>
              <dgm:param type="shpTxLTRAlignCh" val="r"/>
              <dgm:param type="txAnchorVert" val="t"/>
            </dgm:alg>
          </dgm:if>
          <dgm:else name="Name5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3"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54" axis="ch" ptType="node" st="2" cnt="1">
      <dgm:layoutNode name="ChildAccent2">
        <dgm:alg type="sp"/>
        <dgm:shape xmlns:r="http://schemas.openxmlformats.org/officeDocument/2006/relationships" r:blip="">
          <dgm:adjLst/>
        </dgm:shape>
        <dgm:presOf/>
        <dgm:constrLst/>
        <dgm:forEach name="Name55" ref="accentRepeat"/>
      </dgm:layoutNode>
      <dgm:layoutNode name="Child2" styleLbl="revTx">
        <dgm:varLst>
          <dgm:chMax val="0"/>
          <dgm:chPref val="0"/>
          <dgm:bulletEnabled val="1"/>
        </dgm:varLst>
        <dgm:choose name="Name56">
          <dgm:if name="Name57" func="var" arg="dir" op="equ" val="norm">
            <dgm:alg type="tx">
              <dgm:param type="parTxLTRAlign" val="r"/>
              <dgm:param type="shpTxLTRAlignCh" val="r"/>
              <dgm:param type="txAnchorVert" val="t"/>
            </dgm:alg>
          </dgm:if>
          <dgm:else name="Name58">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2"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59" axis="ch" ptType="node" cnt="1">
      <dgm:layoutNode name="ChildAccent1">
        <dgm:alg type="sp"/>
        <dgm:shape xmlns:r="http://schemas.openxmlformats.org/officeDocument/2006/relationships" r:blip="">
          <dgm:adjLst/>
        </dgm:shape>
        <dgm:presOf/>
        <dgm:constrLst/>
        <dgm:forEach name="Name60" ref="accentRepeat"/>
      </dgm:layoutNode>
      <dgm:layoutNode name="Child1" styleLbl="revTx">
        <dgm:varLst>
          <dgm:chMax val="0"/>
          <dgm:chPref val="0"/>
          <dgm:bulletEnabled val="1"/>
        </dgm:varLst>
        <dgm:choose name="Name61">
          <dgm:if name="Name62" func="var" arg="dir" op="equ" val="norm">
            <dgm:alg type="tx">
              <dgm:param type="parTxLTRAlign" val="r"/>
              <dgm:param type="shpTxLTRAlignCh" val="r"/>
              <dgm:param type="txAnchorVert" val="t"/>
            </dgm:alg>
          </dgm:if>
          <dgm:else name="Name6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1"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48B91F7-0A31-4809-8E31-54F32ACD1E72}" type="datetimeFigureOut">
              <a:rPr lang="en-GB" smtClean="0"/>
              <a:t>06/02/2026</a:t>
            </a:fld>
            <a:endParaRPr lang="en-GB"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D5A70FC-228F-4487-8E14-68CAD584041B}" type="slidenum">
              <a:rPr lang="en-GB" smtClean="0"/>
              <a:t>‹#›</a:t>
            </a:fld>
            <a:endParaRPr lang="en-GB" dirty="0"/>
          </a:p>
        </p:txBody>
      </p:sp>
    </p:spTree>
    <p:extLst>
      <p:ext uri="{BB962C8B-B14F-4D97-AF65-F5344CB8AC3E}">
        <p14:creationId xmlns:p14="http://schemas.microsoft.com/office/powerpoint/2010/main" val="30764507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815565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9358358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FEB448-544F-1163-CF6D-D801EF6DABD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2240B45-37FF-28D2-69C1-D8842A0F2E6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A61B0F3-96B9-62B2-E1C5-4D3D4823B899}"/>
              </a:ext>
            </a:extLst>
          </p:cNvPr>
          <p:cNvSpPr>
            <a:spLocks noGrp="1"/>
          </p:cNvSpPr>
          <p:nvPr>
            <p:ph type="dt" sz="half" idx="10"/>
          </p:nvPr>
        </p:nvSpPr>
        <p:spPr/>
        <p:txBody>
          <a:bodyPr/>
          <a:lstStyle/>
          <a:p>
            <a:fld id="{1F66083A-C1B7-4B46-82C5-289BB6E6D5A4}" type="datetime1">
              <a:rPr lang="en-IN" smtClean="0"/>
              <a:t>06-02-2026</a:t>
            </a:fld>
            <a:endParaRPr lang="en-IN" dirty="0"/>
          </a:p>
        </p:txBody>
      </p:sp>
      <p:sp>
        <p:nvSpPr>
          <p:cNvPr id="5" name="Footer Placeholder 4">
            <a:extLst>
              <a:ext uri="{FF2B5EF4-FFF2-40B4-BE49-F238E27FC236}">
                <a16:creationId xmlns:a16="http://schemas.microsoft.com/office/drawing/2014/main" id="{15DB3F67-E836-5AA2-B32D-A0C3A9333090}"/>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A11EEA5E-DC19-ABCD-6267-C545BA777197}"/>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18694729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050CDE-F21A-AC1C-7DD9-906370B0FA03}"/>
              </a:ext>
            </a:extLst>
          </p:cNvPr>
          <p:cNvSpPr>
            <a:spLocks noGrp="1"/>
          </p:cNvSpPr>
          <p:nvPr>
            <p:ph type="title"/>
          </p:nvPr>
        </p:nvSpPr>
        <p:spPr/>
        <p:txBody>
          <a:bodyPr/>
          <a:lstStyle/>
          <a:p>
            <a:r>
              <a:rPr lang="en-US" dirty="0"/>
              <a:t>Click to edit Master title style</a:t>
            </a:r>
            <a:endParaRPr lang="en-IN" dirty="0"/>
          </a:p>
        </p:txBody>
      </p:sp>
      <p:sp>
        <p:nvSpPr>
          <p:cNvPr id="3" name="Content Placeholder 2">
            <a:extLst>
              <a:ext uri="{FF2B5EF4-FFF2-40B4-BE49-F238E27FC236}">
                <a16:creationId xmlns:a16="http://schemas.microsoft.com/office/drawing/2014/main" id="{A4139EE0-A89B-B238-94A4-DB32BBD14E29}"/>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a:extLst>
              <a:ext uri="{FF2B5EF4-FFF2-40B4-BE49-F238E27FC236}">
                <a16:creationId xmlns:a16="http://schemas.microsoft.com/office/drawing/2014/main" id="{B6BAB674-71DE-8BA7-9D0E-C99F6B3C0FBD}"/>
              </a:ext>
            </a:extLst>
          </p:cNvPr>
          <p:cNvSpPr>
            <a:spLocks noGrp="1"/>
          </p:cNvSpPr>
          <p:nvPr>
            <p:ph type="dt" sz="half" idx="10"/>
          </p:nvPr>
        </p:nvSpPr>
        <p:spPr>
          <a:xfrm>
            <a:off x="838200" y="6356350"/>
            <a:ext cx="1009650" cy="365125"/>
          </a:xfrm>
          <a:noFill/>
        </p:spPr>
        <p:txBody>
          <a:bodyPr/>
          <a:lstStyle>
            <a:lvl1pPr>
              <a:defRPr>
                <a:solidFill>
                  <a:schemeClr val="bg1"/>
                </a:solidFill>
              </a:defRPr>
            </a:lvl1pPr>
          </a:lstStyle>
          <a:p>
            <a:fld id="{864BFFB7-4443-4602-A990-B076C1CFE86C}" type="datetime1">
              <a:rPr lang="en-IN" smtClean="0"/>
              <a:pPr/>
              <a:t>06-02-2026</a:t>
            </a:fld>
            <a:endParaRPr lang="en-IN" dirty="0"/>
          </a:p>
        </p:txBody>
      </p:sp>
      <p:sp>
        <p:nvSpPr>
          <p:cNvPr id="5" name="Footer Placeholder 4">
            <a:extLst>
              <a:ext uri="{FF2B5EF4-FFF2-40B4-BE49-F238E27FC236}">
                <a16:creationId xmlns:a16="http://schemas.microsoft.com/office/drawing/2014/main" id="{8B72554B-0ACB-E334-5BBE-7A83BFE374FE}"/>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D3F062A5-E36B-5C05-6C36-F8372F2C1694}"/>
              </a:ext>
            </a:extLst>
          </p:cNvPr>
          <p:cNvSpPr>
            <a:spLocks noGrp="1"/>
          </p:cNvSpPr>
          <p:nvPr>
            <p:ph type="sldNum" sz="quarter" idx="12"/>
          </p:nvPr>
        </p:nvSpPr>
        <p:spPr>
          <a:noFill/>
        </p:spPr>
        <p:txBody>
          <a:bodyPr/>
          <a:lstStyle>
            <a:lvl1pPr>
              <a:defRPr>
                <a:solidFill>
                  <a:schemeClr val="bg1"/>
                </a:solidFill>
              </a:defRPr>
            </a:lvl1pPr>
          </a:lstStyle>
          <a:p>
            <a:fld id="{F32F6845-8F47-4AB8-B9CE-96D88E741707}" type="slidenum">
              <a:rPr lang="en-IN" smtClean="0"/>
              <a:pPr/>
              <a:t>‹#›</a:t>
            </a:fld>
            <a:endParaRPr lang="en-IN" dirty="0"/>
          </a:p>
        </p:txBody>
      </p:sp>
    </p:spTree>
    <p:extLst>
      <p:ext uri="{BB962C8B-B14F-4D97-AF65-F5344CB8AC3E}">
        <p14:creationId xmlns:p14="http://schemas.microsoft.com/office/powerpoint/2010/main" val="18905508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22CC90-B089-5E25-D480-B40D5123BFB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E671185-327E-E435-EB8B-F143CAF78D5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7ADDF86-F686-ACE8-6852-5CEADD9A2870}"/>
              </a:ext>
            </a:extLst>
          </p:cNvPr>
          <p:cNvSpPr>
            <a:spLocks noGrp="1"/>
          </p:cNvSpPr>
          <p:nvPr>
            <p:ph type="dt" sz="half" idx="10"/>
          </p:nvPr>
        </p:nvSpPr>
        <p:spPr/>
        <p:txBody>
          <a:bodyPr/>
          <a:lstStyle/>
          <a:p>
            <a:fld id="{2B3E8F52-857A-4C89-954C-57943DB51290}" type="datetime1">
              <a:rPr lang="en-IN" smtClean="0"/>
              <a:t>06-02-2026</a:t>
            </a:fld>
            <a:endParaRPr lang="en-IN" dirty="0"/>
          </a:p>
        </p:txBody>
      </p:sp>
      <p:sp>
        <p:nvSpPr>
          <p:cNvPr id="5" name="Footer Placeholder 4">
            <a:extLst>
              <a:ext uri="{FF2B5EF4-FFF2-40B4-BE49-F238E27FC236}">
                <a16:creationId xmlns:a16="http://schemas.microsoft.com/office/drawing/2014/main" id="{8558F106-1FED-5AA1-CFDF-7FE210507170}"/>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FD45F0D7-F550-D351-1F6B-36B665CA0CDC}"/>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37052039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698191-3055-3CE7-ABAB-BF522556896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B07F01E-C1BB-CFE3-1062-5A8CAD20F5A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90F16ED-635D-3C12-AE3C-37A43EAF146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A80B84D-A3CA-9B7E-B7BB-4C18C18121B2}"/>
              </a:ext>
            </a:extLst>
          </p:cNvPr>
          <p:cNvSpPr>
            <a:spLocks noGrp="1"/>
          </p:cNvSpPr>
          <p:nvPr>
            <p:ph type="dt" sz="half" idx="10"/>
          </p:nvPr>
        </p:nvSpPr>
        <p:spPr/>
        <p:txBody>
          <a:bodyPr/>
          <a:lstStyle/>
          <a:p>
            <a:fld id="{2BBD7B4D-DDD6-4CA2-87A0-9BDD5E5268EC}" type="datetime1">
              <a:rPr lang="en-IN" smtClean="0"/>
              <a:t>06-02-2026</a:t>
            </a:fld>
            <a:endParaRPr lang="en-IN" dirty="0"/>
          </a:p>
        </p:txBody>
      </p:sp>
      <p:sp>
        <p:nvSpPr>
          <p:cNvPr id="6" name="Footer Placeholder 5">
            <a:extLst>
              <a:ext uri="{FF2B5EF4-FFF2-40B4-BE49-F238E27FC236}">
                <a16:creationId xmlns:a16="http://schemas.microsoft.com/office/drawing/2014/main" id="{05881B66-06CA-0AE9-B95B-21A45DC5B355}"/>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F4B7665D-74F3-FC85-8C37-77F440223274}"/>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24797023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F1306E-11E1-8AB1-AF32-6F074D3C851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38E7AAE-4628-F916-89C8-10A970EC982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8D7C0B7-4F02-5995-1FB1-8FB2DD12598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B504026-A61A-C06F-3EA6-94F595A4738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CFF7FD0-380B-75A4-D9B0-F7EBC341DD0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80AA233-A9EB-E98D-4DDF-BC4B72808326}"/>
              </a:ext>
            </a:extLst>
          </p:cNvPr>
          <p:cNvSpPr>
            <a:spLocks noGrp="1"/>
          </p:cNvSpPr>
          <p:nvPr>
            <p:ph type="dt" sz="half" idx="10"/>
          </p:nvPr>
        </p:nvSpPr>
        <p:spPr/>
        <p:txBody>
          <a:bodyPr/>
          <a:lstStyle/>
          <a:p>
            <a:fld id="{C130D9E5-0635-43A8-8973-488E7408FAF7}" type="datetime1">
              <a:rPr lang="en-IN" smtClean="0"/>
              <a:t>06-02-2026</a:t>
            </a:fld>
            <a:endParaRPr lang="en-IN" dirty="0"/>
          </a:p>
        </p:txBody>
      </p:sp>
      <p:sp>
        <p:nvSpPr>
          <p:cNvPr id="8" name="Footer Placeholder 7">
            <a:extLst>
              <a:ext uri="{FF2B5EF4-FFF2-40B4-BE49-F238E27FC236}">
                <a16:creationId xmlns:a16="http://schemas.microsoft.com/office/drawing/2014/main" id="{755E8074-1361-E322-F42C-F5D71409910F}"/>
              </a:ext>
            </a:extLst>
          </p:cNvPr>
          <p:cNvSpPr>
            <a:spLocks noGrp="1"/>
          </p:cNvSpPr>
          <p:nvPr>
            <p:ph type="ftr" sz="quarter" idx="11"/>
          </p:nvPr>
        </p:nvSpPr>
        <p:spPr/>
        <p:txBody>
          <a:bodyPr/>
          <a:lstStyle/>
          <a:p>
            <a:endParaRPr lang="en-IN" dirty="0"/>
          </a:p>
        </p:txBody>
      </p:sp>
      <p:sp>
        <p:nvSpPr>
          <p:cNvPr id="9" name="Slide Number Placeholder 8">
            <a:extLst>
              <a:ext uri="{FF2B5EF4-FFF2-40B4-BE49-F238E27FC236}">
                <a16:creationId xmlns:a16="http://schemas.microsoft.com/office/drawing/2014/main" id="{56B9FECA-EE46-D87A-F259-E8022C3628B1}"/>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32634304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DB92FB-DA41-9013-AE3A-5882CEEE8BF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A2620A1-C0CA-1D0E-E85E-5C1326F8CB80}"/>
              </a:ext>
            </a:extLst>
          </p:cNvPr>
          <p:cNvSpPr>
            <a:spLocks noGrp="1"/>
          </p:cNvSpPr>
          <p:nvPr>
            <p:ph type="dt" sz="half" idx="10"/>
          </p:nvPr>
        </p:nvSpPr>
        <p:spPr/>
        <p:txBody>
          <a:bodyPr/>
          <a:lstStyle/>
          <a:p>
            <a:fld id="{E1D0CEA8-D591-4CC9-939A-A3BE6FD93E89}" type="datetime1">
              <a:rPr lang="en-IN" smtClean="0"/>
              <a:t>06-02-2026</a:t>
            </a:fld>
            <a:endParaRPr lang="en-IN" dirty="0"/>
          </a:p>
        </p:txBody>
      </p:sp>
      <p:sp>
        <p:nvSpPr>
          <p:cNvPr id="4" name="Footer Placeholder 3">
            <a:extLst>
              <a:ext uri="{FF2B5EF4-FFF2-40B4-BE49-F238E27FC236}">
                <a16:creationId xmlns:a16="http://schemas.microsoft.com/office/drawing/2014/main" id="{763BD8B1-5363-075D-CDCC-8CAC0A6A78E8}"/>
              </a:ext>
            </a:extLst>
          </p:cNvPr>
          <p:cNvSpPr>
            <a:spLocks noGrp="1"/>
          </p:cNvSpPr>
          <p:nvPr>
            <p:ph type="ftr" sz="quarter" idx="11"/>
          </p:nvPr>
        </p:nvSpPr>
        <p:spPr/>
        <p:txBody>
          <a:bodyPr/>
          <a:lstStyle/>
          <a:p>
            <a:endParaRPr lang="en-IN" dirty="0"/>
          </a:p>
        </p:txBody>
      </p:sp>
      <p:sp>
        <p:nvSpPr>
          <p:cNvPr id="5" name="Slide Number Placeholder 4">
            <a:extLst>
              <a:ext uri="{FF2B5EF4-FFF2-40B4-BE49-F238E27FC236}">
                <a16:creationId xmlns:a16="http://schemas.microsoft.com/office/drawing/2014/main" id="{46E4555F-1DC7-94CF-74D7-21521EE9398A}"/>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9968218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B497F04-5F5B-E4F7-0A48-A1FBAC01C3C4}"/>
              </a:ext>
            </a:extLst>
          </p:cNvPr>
          <p:cNvSpPr>
            <a:spLocks noGrp="1"/>
          </p:cNvSpPr>
          <p:nvPr>
            <p:ph type="dt" sz="half" idx="10"/>
          </p:nvPr>
        </p:nvSpPr>
        <p:spPr/>
        <p:txBody>
          <a:bodyPr/>
          <a:lstStyle/>
          <a:p>
            <a:fld id="{D2BE2297-DC8B-48E6-B6D6-34773F9A5984}" type="datetime1">
              <a:rPr lang="en-IN" smtClean="0"/>
              <a:t>06-02-2026</a:t>
            </a:fld>
            <a:endParaRPr lang="en-IN" dirty="0"/>
          </a:p>
        </p:txBody>
      </p:sp>
      <p:sp>
        <p:nvSpPr>
          <p:cNvPr id="3" name="Footer Placeholder 2">
            <a:extLst>
              <a:ext uri="{FF2B5EF4-FFF2-40B4-BE49-F238E27FC236}">
                <a16:creationId xmlns:a16="http://schemas.microsoft.com/office/drawing/2014/main" id="{3EDCC3BA-DF88-8CE4-AB31-983A3C796AD3}"/>
              </a:ext>
            </a:extLst>
          </p:cNvPr>
          <p:cNvSpPr>
            <a:spLocks noGrp="1"/>
          </p:cNvSpPr>
          <p:nvPr>
            <p:ph type="ftr" sz="quarter" idx="11"/>
          </p:nvPr>
        </p:nvSpPr>
        <p:spPr/>
        <p:txBody>
          <a:bodyPr/>
          <a:lstStyle/>
          <a:p>
            <a:endParaRPr lang="en-IN" dirty="0"/>
          </a:p>
        </p:txBody>
      </p:sp>
      <p:sp>
        <p:nvSpPr>
          <p:cNvPr id="4" name="Slide Number Placeholder 3">
            <a:extLst>
              <a:ext uri="{FF2B5EF4-FFF2-40B4-BE49-F238E27FC236}">
                <a16:creationId xmlns:a16="http://schemas.microsoft.com/office/drawing/2014/main" id="{2817982A-25A2-0FA2-0BC4-48C8775F8459}"/>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31138426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217936-1384-3D53-34C7-E638688EFD9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4108029-8ADE-BDA5-4C8D-31C36155648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D6CB47A-C96A-8918-E1EB-9A8DBEC7275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D65CB0D-C5CF-96B6-5923-222D7E403E92}"/>
              </a:ext>
            </a:extLst>
          </p:cNvPr>
          <p:cNvSpPr>
            <a:spLocks noGrp="1"/>
          </p:cNvSpPr>
          <p:nvPr>
            <p:ph type="dt" sz="half" idx="10"/>
          </p:nvPr>
        </p:nvSpPr>
        <p:spPr/>
        <p:txBody>
          <a:bodyPr/>
          <a:lstStyle/>
          <a:p>
            <a:fld id="{64C2A547-6E4B-4188-9BD5-035CB9C4BCC5}" type="datetime1">
              <a:rPr lang="en-IN" smtClean="0"/>
              <a:t>06-02-2026</a:t>
            </a:fld>
            <a:endParaRPr lang="en-IN" dirty="0"/>
          </a:p>
        </p:txBody>
      </p:sp>
      <p:sp>
        <p:nvSpPr>
          <p:cNvPr id="6" name="Footer Placeholder 5">
            <a:extLst>
              <a:ext uri="{FF2B5EF4-FFF2-40B4-BE49-F238E27FC236}">
                <a16:creationId xmlns:a16="http://schemas.microsoft.com/office/drawing/2014/main" id="{C9A0E17E-D21B-9F95-DB42-019C9AB18CB9}"/>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2431A4E0-3F3F-3857-C2B7-EEDD3DF99CB1}"/>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19239216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BEDF05-F2AE-B072-8E2E-CB4CF5B08F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20EF8F1-DFA6-282F-E8CD-83826A12E49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dirty="0"/>
          </a:p>
        </p:txBody>
      </p:sp>
      <p:sp>
        <p:nvSpPr>
          <p:cNvPr id="4" name="Text Placeholder 3">
            <a:extLst>
              <a:ext uri="{FF2B5EF4-FFF2-40B4-BE49-F238E27FC236}">
                <a16:creationId xmlns:a16="http://schemas.microsoft.com/office/drawing/2014/main" id="{85808D68-B430-9A5B-4A9B-8549EA20AC8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0002EBD-67C3-A4B8-A83C-896997C53EB8}"/>
              </a:ext>
            </a:extLst>
          </p:cNvPr>
          <p:cNvSpPr>
            <a:spLocks noGrp="1"/>
          </p:cNvSpPr>
          <p:nvPr>
            <p:ph type="dt" sz="half" idx="10"/>
          </p:nvPr>
        </p:nvSpPr>
        <p:spPr/>
        <p:txBody>
          <a:bodyPr/>
          <a:lstStyle/>
          <a:p>
            <a:fld id="{02706E29-16A1-4AAE-B55B-4E3DB7265605}" type="datetime1">
              <a:rPr lang="en-IN" smtClean="0"/>
              <a:t>06-02-2026</a:t>
            </a:fld>
            <a:endParaRPr lang="en-IN" dirty="0"/>
          </a:p>
        </p:txBody>
      </p:sp>
      <p:sp>
        <p:nvSpPr>
          <p:cNvPr id="6" name="Footer Placeholder 5">
            <a:extLst>
              <a:ext uri="{FF2B5EF4-FFF2-40B4-BE49-F238E27FC236}">
                <a16:creationId xmlns:a16="http://schemas.microsoft.com/office/drawing/2014/main" id="{92B00B68-5333-C602-6799-3D1B2E434B21}"/>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304925F4-1AF9-E8B5-0534-4714B5FAF5DD}"/>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4799969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9011F1-D172-AE20-8D21-0A938E210EF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E8E52B7-EB5E-AF2A-3525-5B4BBFD15AA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16D7DCF-1783-47F8-CDB8-8B7167ECD0D8}"/>
              </a:ext>
            </a:extLst>
          </p:cNvPr>
          <p:cNvSpPr>
            <a:spLocks noGrp="1"/>
          </p:cNvSpPr>
          <p:nvPr>
            <p:ph type="dt" sz="half" idx="10"/>
          </p:nvPr>
        </p:nvSpPr>
        <p:spPr/>
        <p:txBody>
          <a:bodyPr/>
          <a:lstStyle/>
          <a:p>
            <a:fld id="{3FC26915-BE00-456E-A9CA-DB9FE1FD674A}" type="datetime1">
              <a:rPr lang="en-IN" smtClean="0"/>
              <a:t>06-02-2026</a:t>
            </a:fld>
            <a:endParaRPr lang="en-IN" dirty="0"/>
          </a:p>
        </p:txBody>
      </p:sp>
      <p:sp>
        <p:nvSpPr>
          <p:cNvPr id="5" name="Footer Placeholder 4">
            <a:extLst>
              <a:ext uri="{FF2B5EF4-FFF2-40B4-BE49-F238E27FC236}">
                <a16:creationId xmlns:a16="http://schemas.microsoft.com/office/drawing/2014/main" id="{F46968A7-C083-F20B-0369-2067E75DE54C}"/>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7255429C-96E8-1064-0F87-6D95D15F9384}"/>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24487618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6A47F57-697A-B97E-DD3A-2910D126C5B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73F252A-D3F9-0BB4-D962-668169761B8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1B93D65-8824-8EBE-4CB8-E4D7750FE881}"/>
              </a:ext>
            </a:extLst>
          </p:cNvPr>
          <p:cNvSpPr>
            <a:spLocks noGrp="1"/>
          </p:cNvSpPr>
          <p:nvPr>
            <p:ph type="dt" sz="half" idx="10"/>
          </p:nvPr>
        </p:nvSpPr>
        <p:spPr/>
        <p:txBody>
          <a:bodyPr/>
          <a:lstStyle/>
          <a:p>
            <a:fld id="{FAA2D233-408A-4415-B919-B7ECAA5043E2}" type="datetime1">
              <a:rPr lang="en-IN" smtClean="0"/>
              <a:t>06-02-2026</a:t>
            </a:fld>
            <a:endParaRPr lang="en-IN" dirty="0"/>
          </a:p>
        </p:txBody>
      </p:sp>
      <p:sp>
        <p:nvSpPr>
          <p:cNvPr id="5" name="Footer Placeholder 4">
            <a:extLst>
              <a:ext uri="{FF2B5EF4-FFF2-40B4-BE49-F238E27FC236}">
                <a16:creationId xmlns:a16="http://schemas.microsoft.com/office/drawing/2014/main" id="{2A1EA1BA-06A5-9F5B-136C-80EDFD72EB63}"/>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B163C8CA-61F8-0704-0F6E-DDDD2B9987DD}"/>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27487824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309843D-C7AC-7DCA-D2A1-30C29BBAB6D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62A0867-11DA-F019-8907-1B3D8BD7C7E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00DD53F-CA45-CCAE-9ADB-5B0F61393A1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EAC608B-7A9F-4336-97A2-89908E443DAD}" type="datetime1">
              <a:rPr lang="en-IN" smtClean="0"/>
              <a:t>06-02-2026</a:t>
            </a:fld>
            <a:endParaRPr lang="en-IN" dirty="0"/>
          </a:p>
        </p:txBody>
      </p:sp>
      <p:sp>
        <p:nvSpPr>
          <p:cNvPr id="5" name="Footer Placeholder 4">
            <a:extLst>
              <a:ext uri="{FF2B5EF4-FFF2-40B4-BE49-F238E27FC236}">
                <a16:creationId xmlns:a16="http://schemas.microsoft.com/office/drawing/2014/main" id="{1C91FF70-F320-3E09-D811-B610D38CEA7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dirty="0"/>
          </a:p>
        </p:txBody>
      </p:sp>
      <p:sp>
        <p:nvSpPr>
          <p:cNvPr id="6" name="Slide Number Placeholder 5">
            <a:extLst>
              <a:ext uri="{FF2B5EF4-FFF2-40B4-BE49-F238E27FC236}">
                <a16:creationId xmlns:a16="http://schemas.microsoft.com/office/drawing/2014/main" id="{999947EA-7073-9466-0549-46E86F1C89F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32F6845-8F47-4AB8-B9CE-96D88E741707}" type="slidenum">
              <a:rPr lang="en-IN" smtClean="0"/>
              <a:t>‹#›</a:t>
            </a:fld>
            <a:endParaRPr lang="en-IN" dirty="0"/>
          </a:p>
        </p:txBody>
      </p:sp>
    </p:spTree>
    <p:extLst>
      <p:ext uri="{BB962C8B-B14F-4D97-AF65-F5344CB8AC3E}">
        <p14:creationId xmlns:p14="http://schemas.microsoft.com/office/powerpoint/2010/main" val="20419452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6.xml.rels><?xml version="1.0" encoding="UTF-8" standalone="yes"?>
<Relationships xmlns="http://schemas.openxmlformats.org/package/2006/relationships"><Relationship Id="rId2" Type="http://schemas.openxmlformats.org/officeDocument/2006/relationships/hyperlink" Target="https://github.com/meharshithv14-ctrl/INTERNSHIP"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90" name="Google Shape;90;p13"/>
          <p:cNvSpPr txBox="1"/>
          <p:nvPr/>
        </p:nvSpPr>
        <p:spPr>
          <a:xfrm>
            <a:off x="6525369" y="1690689"/>
            <a:ext cx="5514300" cy="2088209"/>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a:buNone/>
            </a:pPr>
            <a:r>
              <a:rPr lang="en-GB" sz="2000" b="1" i="0" u="none" strike="noStrike" cap="none" dirty="0">
                <a:solidFill>
                  <a:srgbClr val="17365D"/>
                </a:solidFill>
                <a:latin typeface="Cambria" panose="02040503050406030204" pitchFamily="18" charset="0"/>
                <a:ea typeface="Cambria" panose="02040503050406030204" pitchFamily="18" charset="0"/>
                <a:cs typeface="Verdana"/>
                <a:sym typeface="Verdana"/>
              </a:rPr>
              <a:t>Under the Supervision of,</a:t>
            </a:r>
            <a:endParaRPr dirty="0">
              <a:latin typeface="Cambria" panose="02040503050406030204" pitchFamily="18" charset="0"/>
              <a:ea typeface="Cambria" panose="02040503050406030204" pitchFamily="18" charset="0"/>
            </a:endParaRPr>
          </a:p>
          <a:p>
            <a:pPr marL="0" marR="0" lvl="0" indent="0" algn="ctr"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a:p>
            <a:pPr>
              <a:spcBef>
                <a:spcPts val="340"/>
              </a:spcBef>
              <a:buClr>
                <a:srgbClr val="17365D"/>
              </a:buClr>
              <a:buSzPts val="1700"/>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Mr. </a:t>
            </a:r>
            <a:r>
              <a:rPr lang="en-GB" b="1" dirty="0">
                <a:solidFill>
                  <a:srgbClr val="17365D"/>
                </a:solidFill>
                <a:latin typeface="Cambria" panose="02040503050406030204" pitchFamily="18" charset="0"/>
                <a:ea typeface="Cambria" panose="02040503050406030204" pitchFamily="18" charset="0"/>
                <a:cs typeface="Verdana"/>
                <a:sym typeface="Verdana"/>
              </a:rPr>
              <a:t>H Senthil Kumar</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Associate Professor </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Presidency School of CSE</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Presidency University</a:t>
            </a:r>
            <a:endParaRPr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8" name="Google Shape;91;p13"/>
          <p:cNvSpPr txBox="1"/>
          <p:nvPr/>
        </p:nvSpPr>
        <p:spPr>
          <a:xfrm>
            <a:off x="156411" y="4130278"/>
            <a:ext cx="12249915" cy="1562100"/>
          </a:xfrm>
          <a:prstGeom prst="rect">
            <a:avLst/>
          </a:prstGeom>
          <a:noFill/>
          <a:ln>
            <a:noFill/>
          </a:ln>
        </p:spPr>
        <p:txBody>
          <a:bodyPr spcFirstLastPara="1" wrap="square" lIns="91425" tIns="45700" rIns="91425" bIns="45700" anchor="t" anchorCtr="0">
            <a:noAutofit/>
          </a:bodyPr>
          <a:lstStyle/>
          <a:p>
            <a:pPr lvl="0">
              <a:buClr>
                <a:srgbClr val="17365D"/>
              </a:buClr>
              <a:buSzPct val="100000"/>
            </a:pPr>
            <a:r>
              <a:rPr lang="en-US" sz="20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a:t>
            </a:r>
            <a:r>
              <a:rPr lang="en-US" sz="2000" b="1" dirty="0">
                <a:solidFill>
                  <a:schemeClr val="tx1">
                    <a:lumMod val="95000"/>
                    <a:lumOff val="5000"/>
                  </a:schemeClr>
                </a:solidFill>
                <a:latin typeface="Cambria" panose="02040503050406030204" pitchFamily="18" charset="0"/>
                <a:ea typeface="Cambria" panose="02040503050406030204" pitchFamily="18" charset="0"/>
                <a:cs typeface="Verdana"/>
                <a:sym typeface="Verdana"/>
              </a:rPr>
              <a:t>Computer Science and Engineering</a:t>
            </a:r>
          </a:p>
          <a:p>
            <a:pPr lvl="0">
              <a:buClr>
                <a:srgbClr val="17365D"/>
              </a:buClr>
              <a:buSzPct val="100000"/>
            </a:pPr>
            <a:r>
              <a:rPr lang="en-US" sz="2000" b="1" dirty="0">
                <a:solidFill>
                  <a:schemeClr val="accent1"/>
                </a:solidFill>
                <a:latin typeface="Cambria" panose="02040503050406030204" pitchFamily="18" charset="0"/>
                <a:ea typeface="Cambria" panose="02040503050406030204" pitchFamily="18" charset="0"/>
                <a:cs typeface="Verdana"/>
                <a:sym typeface="Verdana"/>
              </a:rPr>
              <a:t>Name of the HoD: </a:t>
            </a:r>
            <a:r>
              <a:rPr lang="en-US" sz="2000" b="1" dirty="0">
                <a:latin typeface="Cambria" panose="02040503050406030204" pitchFamily="18" charset="0"/>
                <a:ea typeface="Cambria" panose="02040503050406030204" pitchFamily="18" charset="0"/>
                <a:cs typeface="Verdana"/>
                <a:sym typeface="Verdana"/>
              </a:rPr>
              <a:t>Dr. Asif Mohammed HB</a:t>
            </a:r>
          </a:p>
          <a:p>
            <a:pPr>
              <a:buClr>
                <a:srgbClr val="17365D"/>
              </a:buClr>
              <a:buSzPct val="100000"/>
            </a:pPr>
            <a:r>
              <a:rPr lang="en-US" sz="20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Internship Coordinator: </a:t>
            </a:r>
            <a:r>
              <a:rPr lang="en-US" sz="2000" b="1" dirty="0">
                <a:solidFill>
                  <a:schemeClr val="tx1">
                    <a:lumMod val="95000"/>
                    <a:lumOff val="5000"/>
                  </a:schemeClr>
                </a:solidFill>
                <a:latin typeface="Cambria" panose="02040503050406030204" pitchFamily="18" charset="0"/>
                <a:ea typeface="Cambria" panose="02040503050406030204" pitchFamily="18" charset="0"/>
                <a:cs typeface="Verdana"/>
                <a:sym typeface="Verdana"/>
              </a:rPr>
              <a:t>Mr. Sakthi S</a:t>
            </a:r>
            <a:endParaRPr lang="en-US" sz="2000" b="1" i="0" u="none" strike="noStrike" cap="none" dirty="0">
              <a:solidFill>
                <a:schemeClr val="accent1"/>
              </a:solidFill>
              <a:latin typeface="Cambria" panose="02040503050406030204" pitchFamily="18" charset="0"/>
              <a:ea typeface="Cambria" panose="02040503050406030204" pitchFamily="18" charset="0"/>
              <a:cs typeface="Verdana"/>
              <a:sym typeface="Verdana"/>
            </a:endParaRPr>
          </a:p>
          <a:p>
            <a:pPr marL="0" marR="0" lvl="0" indent="0" rtl="0">
              <a:spcBef>
                <a:spcPts val="0"/>
              </a:spcBef>
              <a:spcAft>
                <a:spcPts val="0"/>
              </a:spcAft>
              <a:buClr>
                <a:srgbClr val="17365D"/>
              </a:buClr>
              <a:buSzPct val="100000"/>
              <a:buFont typeface="Arial"/>
              <a:buNone/>
            </a:pPr>
            <a:r>
              <a:rPr lang="en-US" sz="2000" b="1" dirty="0">
                <a:solidFill>
                  <a:schemeClr val="accent1"/>
                </a:solidFill>
                <a:latin typeface="Cambria" panose="02040503050406030204" pitchFamily="18" charset="0"/>
                <a:ea typeface="Cambria" panose="02040503050406030204" pitchFamily="18" charset="0"/>
                <a:cs typeface="Verdana"/>
                <a:sym typeface="Verdana"/>
              </a:rPr>
              <a:t>Name of the School Internship Coordinator: </a:t>
            </a:r>
            <a:r>
              <a:rPr lang="en-US" sz="2000" b="1" dirty="0">
                <a:latin typeface="Cambria" panose="02040503050406030204" pitchFamily="18" charset="0"/>
                <a:ea typeface="Cambria" panose="02040503050406030204" pitchFamily="18" charset="0"/>
                <a:cs typeface="Verdana"/>
                <a:sym typeface="Verdana"/>
              </a:rPr>
              <a:t>Dr. Md Ziaur Rahman</a:t>
            </a:r>
          </a:p>
          <a:p>
            <a:pPr lvl="0">
              <a:buClr>
                <a:srgbClr val="17365D"/>
              </a:buClr>
              <a:buSzPct val="100000"/>
            </a:pPr>
            <a:r>
              <a:rPr lang="en-US" sz="2000" b="1" dirty="0">
                <a:latin typeface="Cambria" panose="02040503050406030204" pitchFamily="18" charset="0"/>
                <a:ea typeface="Cambria" panose="02040503050406030204" pitchFamily="18" charset="0"/>
                <a:cs typeface="Verdana"/>
                <a:sym typeface="Verdana"/>
              </a:rPr>
              <a:t> 													</a:t>
            </a:r>
            <a:endParaRPr sz="2000" b="1" i="0" u="none" strike="noStrike" cap="none" dirty="0">
              <a:solidFill>
                <a:schemeClr val="tx1"/>
              </a:solidFill>
              <a:latin typeface="Cambria" panose="02040503050406030204" pitchFamily="18" charset="0"/>
              <a:ea typeface="Cambria" panose="02040503050406030204" pitchFamily="18" charset="0"/>
              <a:cs typeface="Verdana"/>
              <a:sym typeface="Verdana"/>
            </a:endParaRPr>
          </a:p>
        </p:txBody>
      </p:sp>
      <p:sp>
        <p:nvSpPr>
          <p:cNvPr id="9" name="Title 1"/>
          <p:cNvSpPr txBox="1">
            <a:spLocks/>
          </p:cNvSpPr>
          <p:nvPr/>
        </p:nvSpPr>
        <p:spPr>
          <a:xfrm>
            <a:off x="838200" y="130629"/>
            <a:ext cx="10515600" cy="156006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17365D"/>
              </a:buClr>
              <a:buSzPts val="2800"/>
              <a:buFont typeface="Verdana"/>
              <a:buNone/>
              <a:defRPr sz="2800" b="1" i="0" u="none" strike="noStrike" cap="none">
                <a:solidFill>
                  <a:srgbClr val="17365D"/>
                </a:solidFill>
                <a:latin typeface="Verdana"/>
                <a:ea typeface="Verdana"/>
                <a:cs typeface="Verdana"/>
                <a:sym typeface="Verdan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r>
              <a:rPr lang="en-US" altLang="en-US" dirty="0">
                <a:solidFill>
                  <a:schemeClr val="accent1">
                    <a:lumMod val="75000"/>
                  </a:schemeClr>
                </a:solidFill>
                <a:latin typeface="Times New Roman" panose="02020603050405020304" pitchFamily="18" charset="0"/>
                <a:cs typeface="Times New Roman" panose="02020603050405020304" pitchFamily="18" charset="0"/>
              </a:rPr>
              <a:t>CSE7302 - INTERNSHIP</a:t>
            </a:r>
            <a:br>
              <a:rPr lang="en-IN" dirty="0">
                <a:solidFill>
                  <a:srgbClr val="FF0000"/>
                </a:solidFill>
                <a:latin typeface="Times New Roman" panose="02020603050405020304" pitchFamily="18" charset="0"/>
                <a:cs typeface="Times New Roman" panose="02020603050405020304" pitchFamily="18" charset="0"/>
              </a:rPr>
            </a:br>
            <a:r>
              <a:rPr lang="en-US" sz="2400" dirty="0">
                <a:solidFill>
                  <a:srgbClr val="0070C0"/>
                </a:solidFill>
                <a:latin typeface="Times New Roman" panose="02020603050405020304" pitchFamily="18" charset="0"/>
                <a:ea typeface="Tahoma" pitchFamily="34" charset="0"/>
                <a:cs typeface="Times New Roman" panose="02020603050405020304" pitchFamily="18" charset="0"/>
              </a:rPr>
              <a:t>Review-2 Presentation </a:t>
            </a:r>
            <a:br>
              <a:rPr lang="en-US" sz="2400" dirty="0">
                <a:solidFill>
                  <a:srgbClr val="0070C0"/>
                </a:solidFill>
                <a:latin typeface="Times New Roman" panose="02020603050405020304" pitchFamily="18" charset="0"/>
                <a:ea typeface="Tahoma" pitchFamily="34" charset="0"/>
                <a:cs typeface="Times New Roman" panose="02020603050405020304" pitchFamily="18" charset="0"/>
              </a:rPr>
            </a:br>
            <a:r>
              <a:rPr lang="en-US" sz="2400" dirty="0">
                <a:solidFill>
                  <a:srgbClr val="0070C0"/>
                </a:solidFill>
                <a:latin typeface="Times New Roman" panose="02020603050405020304" pitchFamily="18" charset="0"/>
                <a:ea typeface="Tahoma" pitchFamily="34" charset="0"/>
                <a:cs typeface="Times New Roman" panose="02020603050405020304" pitchFamily="18" charset="0"/>
              </a:rPr>
              <a:t>FULL STACK DEVELOPMENT</a:t>
            </a:r>
            <a:br>
              <a:rPr lang="en-US" sz="2400" dirty="0">
                <a:solidFill>
                  <a:srgbClr val="0070C0"/>
                </a:solidFill>
                <a:latin typeface="Times New Roman" panose="02020603050405020304" pitchFamily="18" charset="0"/>
                <a:ea typeface="Tahoma" pitchFamily="34" charset="0"/>
                <a:cs typeface="Times New Roman" panose="02020603050405020304" pitchFamily="18" charset="0"/>
              </a:rPr>
            </a:br>
            <a:endParaRPr lang="en-US" sz="2400" dirty="0">
              <a:latin typeface="Times New Roman" panose="02020603050405020304" pitchFamily="18" charset="0"/>
              <a:cs typeface="Times New Roman" panose="02020603050405020304" pitchFamily="18" charset="0"/>
            </a:endParaRPr>
          </a:p>
        </p:txBody>
      </p:sp>
      <p:graphicFrame>
        <p:nvGraphicFramePr>
          <p:cNvPr id="10" name="Table 9"/>
          <p:cNvGraphicFramePr>
            <a:graphicFrameLocks noGrp="1"/>
          </p:cNvGraphicFramePr>
          <p:nvPr>
            <p:extLst>
              <p:ext uri="{D42A27DB-BD31-4B8C-83A1-F6EECF244321}">
                <p14:modId xmlns:p14="http://schemas.microsoft.com/office/powerpoint/2010/main" val="328332933"/>
              </p:ext>
            </p:extLst>
          </p:nvPr>
        </p:nvGraphicFramePr>
        <p:xfrm>
          <a:off x="601909" y="1911875"/>
          <a:ext cx="5321552" cy="1463040"/>
        </p:xfrm>
        <a:graphic>
          <a:graphicData uri="http://schemas.openxmlformats.org/drawingml/2006/table">
            <a:tbl>
              <a:tblPr firstRow="1" bandRow="1">
                <a:tableStyleId>{5C22544A-7EE6-4342-B048-85BDC9FD1C3A}</a:tableStyleId>
              </a:tblPr>
              <a:tblGrid>
                <a:gridCol w="1371270">
                  <a:extLst>
                    <a:ext uri="{9D8B030D-6E8A-4147-A177-3AD203B41FA5}">
                      <a16:colId xmlns:a16="http://schemas.microsoft.com/office/drawing/2014/main" val="2689928737"/>
                    </a:ext>
                  </a:extLst>
                </a:gridCol>
                <a:gridCol w="3950282">
                  <a:extLst>
                    <a:ext uri="{9D8B030D-6E8A-4147-A177-3AD203B41FA5}">
                      <a16:colId xmlns:a16="http://schemas.microsoft.com/office/drawing/2014/main" val="3965538731"/>
                    </a:ext>
                  </a:extLst>
                </a:gridCol>
              </a:tblGrid>
              <a:tr h="362263">
                <a:tc gridSpan="2">
                  <a:txBody>
                    <a:bodyPr/>
                    <a:lstStyle/>
                    <a:p>
                      <a:pPr algn="ctr"/>
                      <a:r>
                        <a:rPr lang="en-US" dirty="0">
                          <a:latin typeface="Cambria" panose="02040503050406030204" pitchFamily="18" charset="0"/>
                          <a:ea typeface="Cambria" panose="02040503050406030204" pitchFamily="18" charset="0"/>
                          <a:cs typeface="Times New Roman" panose="02020603050405020304" pitchFamily="18" charset="0"/>
                        </a:rPr>
                        <a:t>Student Details</a:t>
                      </a:r>
                    </a:p>
                  </a:txBody>
                  <a:tcPr/>
                </a:tc>
                <a:tc hMerge="1">
                  <a:txBody>
                    <a:bodyPr/>
                    <a:lstStyle/>
                    <a:p>
                      <a:pPr algn="ctr"/>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965105319"/>
                  </a:ext>
                </a:extLst>
              </a:tr>
              <a:tr h="362263">
                <a:tc>
                  <a:txBody>
                    <a:bodyPr/>
                    <a:lstStyle/>
                    <a:p>
                      <a:pPr algn="l"/>
                      <a:r>
                        <a:rPr lang="en-US" b="1" dirty="0">
                          <a:latin typeface="Cambria" panose="02040503050406030204" pitchFamily="18" charset="0"/>
                          <a:ea typeface="Cambria" panose="02040503050406030204" pitchFamily="18" charset="0"/>
                          <a:cs typeface="Times New Roman" panose="02020603050405020304" pitchFamily="18" charset="0"/>
                        </a:rPr>
                        <a:t>Name</a:t>
                      </a:r>
                    </a:p>
                  </a:txBody>
                  <a:tcPr/>
                </a:tc>
                <a:tc>
                  <a:txBody>
                    <a:bodyPr/>
                    <a:lstStyle/>
                    <a:p>
                      <a:pPr algn="ctr"/>
                      <a:r>
                        <a:rPr lang="en-US" dirty="0">
                          <a:latin typeface="Cambria" panose="02040503050406030204" pitchFamily="18" charset="0"/>
                          <a:ea typeface="Cambria" panose="02040503050406030204" pitchFamily="18" charset="0"/>
                          <a:cs typeface="Times New Roman" panose="02020603050405020304" pitchFamily="18" charset="0"/>
                        </a:rPr>
                        <a:t>HARSHITH V</a:t>
                      </a:r>
                    </a:p>
                  </a:txBody>
                  <a:tcPr/>
                </a:tc>
                <a:extLst>
                  <a:ext uri="{0D108BD9-81ED-4DB2-BD59-A6C34878D82A}">
                    <a16:rowId xmlns:a16="http://schemas.microsoft.com/office/drawing/2014/main" val="673540802"/>
                  </a:ext>
                </a:extLst>
              </a:tr>
              <a:tr h="362263">
                <a:tc>
                  <a:txBody>
                    <a:bodyPr/>
                    <a:lstStyle/>
                    <a:p>
                      <a:pPr algn="l"/>
                      <a:r>
                        <a:rPr lang="en-US" b="1" dirty="0">
                          <a:latin typeface="Cambria" panose="02040503050406030204" pitchFamily="18" charset="0"/>
                          <a:ea typeface="Cambria" panose="02040503050406030204" pitchFamily="18" charset="0"/>
                          <a:cs typeface="Times New Roman" panose="02020603050405020304" pitchFamily="18" charset="0"/>
                        </a:rPr>
                        <a:t>Roll No</a:t>
                      </a:r>
                    </a:p>
                  </a:txBody>
                  <a:tcPr/>
                </a:tc>
                <a:tc>
                  <a:txBody>
                    <a:bodyPr/>
                    <a:lstStyle/>
                    <a:p>
                      <a:pPr algn="ctr"/>
                      <a:r>
                        <a:rPr lang="en-US" dirty="0">
                          <a:latin typeface="Cambria" panose="02040503050406030204" pitchFamily="18" charset="0"/>
                          <a:ea typeface="Cambria" panose="02040503050406030204" pitchFamily="18" charset="0"/>
                          <a:cs typeface="Times New Roman" panose="02020603050405020304" pitchFamily="18" charset="0"/>
                        </a:rPr>
                        <a:t>20221CSE0635</a:t>
                      </a:r>
                    </a:p>
                  </a:txBody>
                  <a:tcPr/>
                </a:tc>
                <a:extLst>
                  <a:ext uri="{0D108BD9-81ED-4DB2-BD59-A6C34878D82A}">
                    <a16:rowId xmlns:a16="http://schemas.microsoft.com/office/drawing/2014/main" val="1825509489"/>
                  </a:ext>
                </a:extLst>
              </a:tr>
              <a:tr h="362263">
                <a:tc>
                  <a:txBody>
                    <a:bodyPr/>
                    <a:lstStyle/>
                    <a:p>
                      <a:pPr algn="l"/>
                      <a:r>
                        <a:rPr lang="en-US" b="1" dirty="0">
                          <a:latin typeface="Cambria" panose="02040503050406030204" pitchFamily="18" charset="0"/>
                          <a:ea typeface="Cambria" panose="02040503050406030204" pitchFamily="18" charset="0"/>
                          <a:cs typeface="Times New Roman" panose="02020603050405020304" pitchFamily="18" charset="0"/>
                        </a:rPr>
                        <a:t>Section</a:t>
                      </a:r>
                    </a:p>
                  </a:txBody>
                  <a:tcPr/>
                </a:tc>
                <a:tc>
                  <a:txBody>
                    <a:bodyPr/>
                    <a:lstStyle/>
                    <a:p>
                      <a:pPr algn="ctr"/>
                      <a:r>
                        <a:rPr lang="en-US" dirty="0">
                          <a:latin typeface="Cambria" panose="02040503050406030204" pitchFamily="18" charset="0"/>
                          <a:ea typeface="Cambria" panose="02040503050406030204" pitchFamily="18" charset="0"/>
                          <a:cs typeface="Times New Roman" panose="02020603050405020304" pitchFamily="18" charset="0"/>
                        </a:rPr>
                        <a:t>8CSE12</a:t>
                      </a:r>
                    </a:p>
                  </a:txBody>
                  <a:tcPr/>
                </a:tc>
                <a:extLst>
                  <a:ext uri="{0D108BD9-81ED-4DB2-BD59-A6C34878D82A}">
                    <a16:rowId xmlns:a16="http://schemas.microsoft.com/office/drawing/2014/main" val="1278268189"/>
                  </a:ext>
                </a:extLst>
              </a:tr>
            </a:tbl>
          </a:graphicData>
        </a:graphic>
      </p:graphicFrame>
    </p:spTree>
    <p:extLst>
      <p:ext uri="{BB962C8B-B14F-4D97-AF65-F5344CB8AC3E}">
        <p14:creationId xmlns:p14="http://schemas.microsoft.com/office/powerpoint/2010/main" val="30667245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Content</a:t>
            </a:r>
            <a:endParaRPr dirty="0">
              <a:latin typeface="Cambria" panose="02040503050406030204" pitchFamily="18" charset="0"/>
              <a:ea typeface="Cambria" panose="02040503050406030204" pitchFamily="18" charset="0"/>
            </a:endParaRPr>
          </a:p>
        </p:txBody>
      </p:sp>
      <p:sp>
        <p:nvSpPr>
          <p:cNvPr id="4" name="Google Shape;97;p14">
            <a:extLst>
              <a:ext uri="{FF2B5EF4-FFF2-40B4-BE49-F238E27FC236}">
                <a16:creationId xmlns:a16="http://schemas.microsoft.com/office/drawing/2014/main" id="{A9855F18-641B-523D-2631-D2A48A4BA866}"/>
              </a:ext>
            </a:extLst>
          </p:cNvPr>
          <p:cNvSpPr txBox="1">
            <a:spLocks/>
          </p:cNvSpPr>
          <p:nvPr/>
        </p:nvSpPr>
        <p:spPr>
          <a:xfrm>
            <a:off x="704516" y="902370"/>
            <a:ext cx="10668000" cy="4271209"/>
          </a:xfrm>
          <a:prstGeom prst="rect">
            <a:avLst/>
          </a:prstGeom>
          <a:noFill/>
          <a:ln>
            <a:noFill/>
          </a:ln>
        </p:spPr>
        <p:txBody>
          <a:bodyPr spcFirstLastPara="1" vert="horz" wrap="square" lIns="91425" tIns="45700" rIns="91425" bIns="4570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95300" indent="-342900" algn="just">
              <a:lnSpc>
                <a:spcPct val="100000"/>
              </a:lnSpc>
              <a:spcBef>
                <a:spcPts val="0"/>
              </a:spcBef>
              <a:buFont typeface="Wingdings" panose="05000000000000000000" pitchFamily="2" charset="2"/>
              <a:buChar char="Ø"/>
            </a:pPr>
            <a:r>
              <a:rPr lang="en-US" sz="2000" b="1" dirty="0">
                <a:solidFill>
                  <a:srgbClr val="0070C0"/>
                </a:solidFill>
                <a:latin typeface="Times New Roman" panose="02020603050405020304" pitchFamily="18" charset="0"/>
                <a:cs typeface="Times New Roman" panose="02020603050405020304" pitchFamily="18" charset="0"/>
              </a:rPr>
              <a:t>About Company or Organization</a:t>
            </a:r>
          </a:p>
          <a:p>
            <a:pPr marL="495300" indent="-342900" algn="just">
              <a:lnSpc>
                <a:spcPct val="100000"/>
              </a:lnSpc>
              <a:spcBef>
                <a:spcPts val="0"/>
              </a:spcBef>
              <a:buFont typeface="Wingdings" panose="05000000000000000000" pitchFamily="2" charset="2"/>
              <a:buChar char="Ø"/>
            </a:pPr>
            <a:r>
              <a:rPr lang="en-US" sz="2000" b="1" dirty="0">
                <a:solidFill>
                  <a:schemeClr val="accent1">
                    <a:lumMod val="75000"/>
                  </a:schemeClr>
                </a:solidFill>
                <a:latin typeface="Times New Roman" panose="02020603050405020304" pitchFamily="18" charset="0"/>
                <a:cs typeface="Times New Roman" panose="02020603050405020304" pitchFamily="18" charset="0"/>
              </a:rPr>
              <a:t>Working domain or the technology</a:t>
            </a:r>
            <a:endParaRPr lang="en-US" sz="2000" dirty="0">
              <a:latin typeface="Cambria" panose="02040503050406030204" pitchFamily="18" charset="0"/>
              <a:ea typeface="Cambria" panose="02040503050406030204" pitchFamily="18" charset="0"/>
            </a:endParaRPr>
          </a:p>
          <a:p>
            <a:pPr marL="495300" indent="-342900" algn="just">
              <a:lnSpc>
                <a:spcPct val="100000"/>
              </a:lnSpc>
              <a:spcBef>
                <a:spcPts val="0"/>
              </a:spcBef>
              <a:buFont typeface="Wingdings" panose="05000000000000000000" pitchFamily="2" charset="2"/>
              <a:buChar char="Ø"/>
            </a:pPr>
            <a:r>
              <a:rPr lang="en-US" sz="2000" b="1" dirty="0">
                <a:solidFill>
                  <a:schemeClr val="accent1">
                    <a:lumMod val="75000"/>
                  </a:schemeClr>
                </a:solidFill>
                <a:latin typeface="Times New Roman" panose="02020603050405020304" pitchFamily="18" charset="0"/>
                <a:cs typeface="Times New Roman" panose="02020603050405020304" pitchFamily="18" charset="0"/>
              </a:rPr>
              <a:t>About your team and reporting Manager</a:t>
            </a:r>
            <a:endParaRPr lang="en-US" sz="2000" dirty="0">
              <a:latin typeface="Cambria" panose="02040503050406030204" pitchFamily="18" charset="0"/>
              <a:ea typeface="Cambria" panose="02040503050406030204" pitchFamily="18" charset="0"/>
            </a:endParaRPr>
          </a:p>
          <a:p>
            <a:pPr marL="495300" indent="-342900" algn="just">
              <a:lnSpc>
                <a:spcPct val="100000"/>
              </a:lnSpc>
              <a:spcBef>
                <a:spcPts val="0"/>
              </a:spcBef>
              <a:buFont typeface="Wingdings" panose="05000000000000000000" pitchFamily="2" charset="2"/>
              <a:buChar char="Ø"/>
            </a:pPr>
            <a:r>
              <a:rPr lang="en-US" sz="2000" b="1" dirty="0">
                <a:solidFill>
                  <a:schemeClr val="accent1">
                    <a:lumMod val="75000"/>
                  </a:schemeClr>
                </a:solidFill>
                <a:latin typeface="Times New Roman" panose="02020603050405020304" pitchFamily="18" charset="0"/>
                <a:cs typeface="Times New Roman" panose="02020603050405020304" pitchFamily="18" charset="0"/>
              </a:rPr>
              <a:t>Challenges Faced in Internship</a:t>
            </a:r>
            <a:endParaRPr lang="en-US" sz="2000" dirty="0">
              <a:latin typeface="Cambria" panose="02040503050406030204" pitchFamily="18" charset="0"/>
              <a:ea typeface="Cambria" panose="02040503050406030204" pitchFamily="18" charset="0"/>
            </a:endParaRPr>
          </a:p>
          <a:p>
            <a:pPr marL="495300" indent="-342900" algn="just">
              <a:lnSpc>
                <a:spcPct val="100000"/>
              </a:lnSpc>
              <a:spcBef>
                <a:spcPts val="0"/>
              </a:spcBef>
              <a:buFont typeface="Wingdings" panose="05000000000000000000" pitchFamily="2" charset="2"/>
              <a:buChar char="Ø"/>
            </a:pPr>
            <a:r>
              <a:rPr lang="en-US" sz="2000" b="1" dirty="0">
                <a:solidFill>
                  <a:schemeClr val="accent1">
                    <a:lumMod val="75000"/>
                  </a:schemeClr>
                </a:solidFill>
                <a:latin typeface="Times New Roman" panose="02020603050405020304" pitchFamily="18" charset="0"/>
                <a:cs typeface="Times New Roman" panose="02020603050405020304" pitchFamily="18" charset="0"/>
              </a:rPr>
              <a:t>Objectives of the work</a:t>
            </a:r>
          </a:p>
          <a:p>
            <a:pPr marL="495300" indent="-342900" algn="just">
              <a:lnSpc>
                <a:spcPct val="100000"/>
              </a:lnSpc>
              <a:spcBef>
                <a:spcPts val="0"/>
              </a:spcBef>
              <a:buFont typeface="Wingdings" panose="05000000000000000000" pitchFamily="2" charset="2"/>
              <a:buChar char="Ø"/>
            </a:pPr>
            <a:r>
              <a:rPr lang="en-US" sz="2000" b="1" dirty="0">
                <a:solidFill>
                  <a:schemeClr val="accent1">
                    <a:lumMod val="75000"/>
                  </a:schemeClr>
                </a:solidFill>
                <a:latin typeface="Times New Roman" panose="02020603050405020304" pitchFamily="18" charset="0"/>
                <a:cs typeface="Times New Roman" panose="02020603050405020304" pitchFamily="18" charset="0"/>
              </a:rPr>
              <a:t>Literature Review</a:t>
            </a:r>
          </a:p>
          <a:p>
            <a:pPr marL="495300" indent="-342900" algn="just">
              <a:lnSpc>
                <a:spcPct val="100000"/>
              </a:lnSpc>
              <a:spcBef>
                <a:spcPts val="0"/>
              </a:spcBef>
              <a:buFont typeface="Wingdings" panose="05000000000000000000" pitchFamily="2" charset="2"/>
              <a:buChar char="Ø"/>
            </a:pPr>
            <a:r>
              <a:rPr lang="en-US" sz="2000" b="1" dirty="0">
                <a:solidFill>
                  <a:schemeClr val="accent1">
                    <a:lumMod val="75000"/>
                  </a:schemeClr>
                </a:solidFill>
                <a:latin typeface="Times New Roman" panose="02020603050405020304" pitchFamily="18" charset="0"/>
                <a:cs typeface="Times New Roman" panose="02020603050405020304" pitchFamily="18" charset="0"/>
              </a:rPr>
              <a:t>Proposed System</a:t>
            </a:r>
          </a:p>
          <a:p>
            <a:pPr marL="495300" indent="-342900" algn="just">
              <a:lnSpc>
                <a:spcPct val="100000"/>
              </a:lnSpc>
              <a:spcBef>
                <a:spcPts val="0"/>
              </a:spcBef>
              <a:buFont typeface="Wingdings" panose="05000000000000000000" pitchFamily="2" charset="2"/>
              <a:buChar char="Ø"/>
            </a:pPr>
            <a:r>
              <a:rPr lang="en-US" sz="2000" b="1" dirty="0">
                <a:solidFill>
                  <a:schemeClr val="accent1">
                    <a:lumMod val="75000"/>
                  </a:schemeClr>
                </a:solidFill>
                <a:latin typeface="Times New Roman" panose="02020603050405020304" pitchFamily="18" charset="0"/>
                <a:cs typeface="Times New Roman" panose="02020603050405020304" pitchFamily="18" charset="0"/>
              </a:rPr>
              <a:t>Problem Statement</a:t>
            </a:r>
          </a:p>
          <a:p>
            <a:pPr marL="495300" indent="-342900" algn="just">
              <a:lnSpc>
                <a:spcPct val="100000"/>
              </a:lnSpc>
              <a:spcBef>
                <a:spcPts val="0"/>
              </a:spcBef>
              <a:buFont typeface="Wingdings" panose="05000000000000000000" pitchFamily="2" charset="2"/>
              <a:buChar char="Ø"/>
            </a:pPr>
            <a:r>
              <a:rPr lang="en-US" sz="2000" b="1" dirty="0">
                <a:solidFill>
                  <a:schemeClr val="accent1">
                    <a:lumMod val="75000"/>
                  </a:schemeClr>
                </a:solidFill>
                <a:latin typeface="Times New Roman" panose="02020603050405020304" pitchFamily="18" charset="0"/>
                <a:cs typeface="Times New Roman" panose="02020603050405020304" pitchFamily="18" charset="0"/>
              </a:rPr>
              <a:t>System Requirements</a:t>
            </a:r>
          </a:p>
          <a:p>
            <a:pPr marL="495300" indent="-342900" algn="just">
              <a:lnSpc>
                <a:spcPct val="100000"/>
              </a:lnSpc>
              <a:spcBef>
                <a:spcPts val="0"/>
              </a:spcBef>
              <a:buFont typeface="Wingdings" panose="05000000000000000000" pitchFamily="2" charset="2"/>
              <a:buChar char="Ø"/>
            </a:pPr>
            <a:r>
              <a:rPr lang="en-US" sz="2000" b="1" dirty="0">
                <a:solidFill>
                  <a:schemeClr val="accent1">
                    <a:lumMod val="75000"/>
                  </a:schemeClr>
                </a:solidFill>
                <a:latin typeface="Times New Roman" panose="02020603050405020304" pitchFamily="18" charset="0"/>
                <a:cs typeface="Times New Roman" panose="02020603050405020304" pitchFamily="18" charset="0"/>
              </a:rPr>
              <a:t>Advantages of Proposed System/Work</a:t>
            </a:r>
          </a:p>
          <a:p>
            <a:pPr marL="495300" indent="-342900" algn="just">
              <a:lnSpc>
                <a:spcPct val="100000"/>
              </a:lnSpc>
              <a:spcBef>
                <a:spcPts val="0"/>
              </a:spcBef>
              <a:buFont typeface="Wingdings" panose="05000000000000000000" pitchFamily="2" charset="2"/>
              <a:buChar char="Ø"/>
            </a:pPr>
            <a:r>
              <a:rPr lang="en-US" sz="2000" b="1" dirty="0">
                <a:solidFill>
                  <a:schemeClr val="accent1">
                    <a:lumMod val="75000"/>
                  </a:schemeClr>
                </a:solidFill>
                <a:latin typeface="Times New Roman" panose="02020603050405020304" pitchFamily="18" charset="0"/>
                <a:cs typeface="Times New Roman" panose="02020603050405020304" pitchFamily="18" charset="0"/>
              </a:rPr>
              <a:t>Internship Roadmap</a:t>
            </a:r>
          </a:p>
          <a:p>
            <a:pPr marL="495300" indent="-342900" algn="just">
              <a:lnSpc>
                <a:spcPct val="100000"/>
              </a:lnSpc>
              <a:spcBef>
                <a:spcPts val="0"/>
              </a:spcBef>
              <a:buFont typeface="Wingdings" panose="05000000000000000000" pitchFamily="2" charset="2"/>
              <a:buChar char="Ø"/>
            </a:pPr>
            <a:r>
              <a:rPr lang="en-US" sz="2000" b="1" dirty="0" err="1">
                <a:solidFill>
                  <a:schemeClr val="accent1">
                    <a:lumMod val="75000"/>
                  </a:schemeClr>
                </a:solidFill>
                <a:latin typeface="Times New Roman" panose="02020603050405020304" pitchFamily="18" charset="0"/>
                <a:cs typeface="Times New Roman" panose="02020603050405020304" pitchFamily="18" charset="0"/>
              </a:rPr>
              <a:t>Github</a:t>
            </a:r>
            <a:r>
              <a:rPr lang="en-US" sz="2000" b="1" dirty="0">
                <a:solidFill>
                  <a:schemeClr val="accent1">
                    <a:lumMod val="75000"/>
                  </a:schemeClr>
                </a:solidFill>
                <a:latin typeface="Times New Roman" panose="02020603050405020304" pitchFamily="18" charset="0"/>
                <a:cs typeface="Times New Roman" panose="02020603050405020304" pitchFamily="18" charset="0"/>
              </a:rPr>
              <a:t> Link</a:t>
            </a:r>
            <a:endParaRPr lang="en-US" sz="2000" dirty="0">
              <a:latin typeface="Cambria" panose="02040503050406030204" pitchFamily="18" charset="0"/>
              <a:ea typeface="Cambria" panose="02040503050406030204" pitchFamily="18" charset="0"/>
            </a:endParaRPr>
          </a:p>
          <a:p>
            <a:pPr marL="495300" indent="-342900" algn="just">
              <a:lnSpc>
                <a:spcPct val="100000"/>
              </a:lnSpc>
              <a:spcBef>
                <a:spcPts val="0"/>
              </a:spcBef>
              <a:buClr>
                <a:schemeClr val="dk1"/>
              </a:buClr>
              <a:buSzPts val="2400"/>
              <a:buFont typeface="Wingdings" panose="05000000000000000000" pitchFamily="2" charset="2"/>
              <a:buChar char="Ø"/>
            </a:pPr>
            <a:endParaRPr lang="en-US" sz="20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5169930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6525"/>
            <a:ext cx="10515600" cy="679904"/>
          </a:xfrm>
        </p:spPr>
        <p:txBody>
          <a:bodyPr/>
          <a:lstStyle/>
          <a:p>
            <a:r>
              <a:rPr lang="en-US" sz="3200" b="1" dirty="0">
                <a:solidFill>
                  <a:srgbClr val="0070C0"/>
                </a:solidFill>
                <a:latin typeface="Times New Roman" panose="02020603050405020304" pitchFamily="18" charset="0"/>
                <a:cs typeface="Times New Roman" panose="02020603050405020304" pitchFamily="18" charset="0"/>
              </a:rPr>
              <a:t>About Company or Organization</a:t>
            </a:r>
          </a:p>
        </p:txBody>
      </p:sp>
      <p:sp>
        <p:nvSpPr>
          <p:cNvPr id="3" name="Content Placeholder 2"/>
          <p:cNvSpPr>
            <a:spLocks noGrp="1"/>
          </p:cNvSpPr>
          <p:nvPr>
            <p:ph idx="1"/>
          </p:nvPr>
        </p:nvSpPr>
        <p:spPr>
          <a:xfrm>
            <a:off x="838200" y="892631"/>
            <a:ext cx="10515600" cy="5221298"/>
          </a:xfrm>
        </p:spPr>
        <p:txBody>
          <a:bodyPr>
            <a:noAutofit/>
          </a:bodyPr>
          <a:lstStyle/>
          <a:p>
            <a:r>
              <a:rPr lang="en-US" b="1" dirty="0">
                <a:latin typeface="Times New Roman" panose="02020603050405020304" pitchFamily="18" charset="0"/>
                <a:cs typeface="Times New Roman" panose="02020603050405020304" pitchFamily="18" charset="0"/>
              </a:rPr>
              <a:t>Company / Organization Name:</a:t>
            </a:r>
            <a:br>
              <a:rPr lang="en-US"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Rail Wheel Factory (RWF)</a:t>
            </a:r>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Organization Type: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Government of India Enterprise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(Under Ministry of Railways)</a:t>
            </a:r>
          </a:p>
          <a:p>
            <a:r>
              <a:rPr lang="en-US" b="1" dirty="0">
                <a:latin typeface="Times New Roman" panose="02020603050405020304" pitchFamily="18" charset="0"/>
                <a:cs typeface="Times New Roman" panose="02020603050405020304" pitchFamily="18" charset="0"/>
              </a:rPr>
              <a:t>Location:</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Yelahanka, Bengaluru, Karnataka</a:t>
            </a:r>
          </a:p>
          <a:p>
            <a:r>
              <a:rPr lang="en-US" b="1" dirty="0">
                <a:latin typeface="Times New Roman" panose="02020603050405020304" pitchFamily="18" charset="0"/>
                <a:cs typeface="Times New Roman" panose="02020603050405020304" pitchFamily="18" charset="0"/>
              </a:rPr>
              <a:t>Overview:</a:t>
            </a:r>
            <a:br>
              <a:rPr lang="en-US" dirty="0">
                <a:latin typeface="Times New Roman" panose="02020603050405020304" pitchFamily="18" charset="0"/>
                <a:cs typeface="Times New Roman" panose="02020603050405020304" pitchFamily="18" charset="0"/>
              </a:rPr>
            </a:br>
            <a:r>
              <a:rPr lang="en-US" dirty="0"/>
              <a:t>It is one of the major factories that manufactures railway wheels and axles for Indian Railways. These wheels are used in trains, metros, and coaches across the country. RWF plays an important role in keeping the railway system running smoothly and safely.</a:t>
            </a:r>
          </a:p>
          <a:p>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3</a:t>
            </a:fld>
            <a:endParaRPr lang="en-US" altLang="en-US"/>
          </a:p>
        </p:txBody>
      </p:sp>
    </p:spTree>
    <p:extLst>
      <p:ext uri="{BB962C8B-B14F-4D97-AF65-F5344CB8AC3E}">
        <p14:creationId xmlns:p14="http://schemas.microsoft.com/office/powerpoint/2010/main" val="15581389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4B33D8-9E92-143E-DA46-DE735CDDB49B}"/>
              </a:ext>
            </a:extLst>
          </p:cNvPr>
          <p:cNvSpPr>
            <a:spLocks noGrp="1"/>
          </p:cNvSpPr>
          <p:nvPr>
            <p:ph type="title"/>
          </p:nvPr>
        </p:nvSpPr>
        <p:spPr/>
        <p:txBody>
          <a:bodyPr>
            <a:normAutofit/>
          </a:bodyPr>
          <a:lstStyle/>
          <a:p>
            <a:r>
              <a:rPr lang="en-US" sz="3200" b="1" dirty="0">
                <a:solidFill>
                  <a:srgbClr val="0070C0"/>
                </a:solidFill>
                <a:latin typeface="Times New Roman" panose="02020603050405020304" pitchFamily="18" charset="0"/>
                <a:cs typeface="Times New Roman" panose="02020603050405020304" pitchFamily="18" charset="0"/>
              </a:rPr>
              <a:t>About Company or Organization</a:t>
            </a:r>
            <a:endParaRPr lang="en-IN" sz="3200" dirty="0"/>
          </a:p>
        </p:txBody>
      </p:sp>
      <p:sp>
        <p:nvSpPr>
          <p:cNvPr id="3" name="Content Placeholder 2">
            <a:extLst>
              <a:ext uri="{FF2B5EF4-FFF2-40B4-BE49-F238E27FC236}">
                <a16:creationId xmlns:a16="http://schemas.microsoft.com/office/drawing/2014/main" id="{13616BEB-44AC-D759-712C-FE2B9D26581D}"/>
              </a:ext>
            </a:extLst>
          </p:cNvPr>
          <p:cNvSpPr>
            <a:spLocks noGrp="1"/>
          </p:cNvSpPr>
          <p:nvPr>
            <p:ph idx="1"/>
          </p:nvPr>
        </p:nvSpPr>
        <p:spPr>
          <a:xfrm>
            <a:off x="838200" y="1565649"/>
            <a:ext cx="10515600" cy="4351338"/>
          </a:xfrm>
        </p:spPr>
        <p:txBody>
          <a:bodyPr>
            <a:normAutofit/>
          </a:bodyPr>
          <a:lstStyle/>
          <a:p>
            <a:pPr marL="0" indent="0">
              <a:buNone/>
            </a:pPr>
            <a:r>
              <a:rPr lang="en-US" dirty="0">
                <a:latin typeface="Times New Roman" panose="02020603050405020304" pitchFamily="18" charset="0"/>
                <a:cs typeface="Times New Roman" panose="02020603050405020304" pitchFamily="18" charset="0"/>
              </a:rPr>
              <a:t>Along with manufacturing, RWF also has a strong </a:t>
            </a:r>
            <a:r>
              <a:rPr lang="en-US" b="1" dirty="0">
                <a:latin typeface="Times New Roman" panose="02020603050405020304" pitchFamily="18" charset="0"/>
                <a:cs typeface="Times New Roman" panose="02020603050405020304" pitchFamily="18" charset="0"/>
              </a:rPr>
              <a:t>IT and Systems Department</a:t>
            </a:r>
            <a:r>
              <a:rPr lang="en-US" dirty="0">
                <a:latin typeface="Times New Roman" panose="02020603050405020304" pitchFamily="18" charset="0"/>
                <a:cs typeface="Times New Roman" panose="02020603050405020304" pitchFamily="18" charset="0"/>
              </a:rPr>
              <a: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This department handles:</a:t>
            </a:r>
          </a:p>
          <a:p>
            <a:r>
              <a:rPr lang="en-US" dirty="0">
                <a:latin typeface="Times New Roman" panose="02020603050405020304" pitchFamily="18" charset="0"/>
                <a:cs typeface="Times New Roman" panose="02020603050405020304" pitchFamily="18" charset="0"/>
              </a:rPr>
              <a:t>Digital records</a:t>
            </a:r>
          </a:p>
          <a:p>
            <a:r>
              <a:rPr lang="en-US" dirty="0">
                <a:latin typeface="Times New Roman" panose="02020603050405020304" pitchFamily="18" charset="0"/>
                <a:cs typeface="Times New Roman" panose="02020603050405020304" pitchFamily="18" charset="0"/>
              </a:rPr>
              <a:t>Employee and production data</a:t>
            </a:r>
          </a:p>
          <a:p>
            <a:r>
              <a:rPr lang="en-US" dirty="0">
                <a:latin typeface="Times New Roman" panose="02020603050405020304" pitchFamily="18" charset="0"/>
                <a:cs typeface="Times New Roman" panose="02020603050405020304" pitchFamily="18" charset="0"/>
              </a:rPr>
              <a:t>Internal software applications</a:t>
            </a:r>
          </a:p>
          <a:p>
            <a:r>
              <a:rPr lang="en-US" dirty="0">
                <a:latin typeface="Times New Roman" panose="02020603050405020304" pitchFamily="18" charset="0"/>
                <a:cs typeface="Times New Roman" panose="02020603050405020304" pitchFamily="18" charset="0"/>
              </a:rPr>
              <a:t>Database management</a:t>
            </a:r>
          </a:p>
        </p:txBody>
      </p:sp>
      <p:sp>
        <p:nvSpPr>
          <p:cNvPr id="4" name="Date Placeholder 3">
            <a:extLst>
              <a:ext uri="{FF2B5EF4-FFF2-40B4-BE49-F238E27FC236}">
                <a16:creationId xmlns:a16="http://schemas.microsoft.com/office/drawing/2014/main" id="{4D5BCCAA-8C5D-46CB-E56A-2E00A3ABA082}"/>
              </a:ext>
            </a:extLst>
          </p:cNvPr>
          <p:cNvSpPr>
            <a:spLocks noGrp="1"/>
          </p:cNvSpPr>
          <p:nvPr>
            <p:ph type="dt" sz="half" idx="10"/>
          </p:nvPr>
        </p:nvSpPr>
        <p:spPr/>
        <p:txBody>
          <a:bodyPr/>
          <a:lstStyle/>
          <a:p>
            <a:fld id="{864BFFB7-4443-4602-A990-B076C1CFE86C}" type="datetime1">
              <a:rPr lang="en-IN" smtClean="0"/>
              <a:pPr/>
              <a:t>06-02-2026</a:t>
            </a:fld>
            <a:endParaRPr lang="en-IN" dirty="0"/>
          </a:p>
        </p:txBody>
      </p:sp>
      <p:sp>
        <p:nvSpPr>
          <p:cNvPr id="5" name="Slide Number Placeholder 4">
            <a:extLst>
              <a:ext uri="{FF2B5EF4-FFF2-40B4-BE49-F238E27FC236}">
                <a16:creationId xmlns:a16="http://schemas.microsoft.com/office/drawing/2014/main" id="{5C72E486-0DB3-7738-8A8F-67F1F5825064}"/>
              </a:ext>
            </a:extLst>
          </p:cNvPr>
          <p:cNvSpPr>
            <a:spLocks noGrp="1"/>
          </p:cNvSpPr>
          <p:nvPr>
            <p:ph type="sldNum" sz="quarter" idx="12"/>
          </p:nvPr>
        </p:nvSpPr>
        <p:spPr/>
        <p:txBody>
          <a:bodyPr/>
          <a:lstStyle/>
          <a:p>
            <a:fld id="{F32F6845-8F47-4AB8-B9CE-96D88E741707}" type="slidenum">
              <a:rPr lang="en-IN" smtClean="0"/>
              <a:pPr/>
              <a:t>4</a:t>
            </a:fld>
            <a:endParaRPr lang="en-IN" dirty="0"/>
          </a:p>
        </p:txBody>
      </p:sp>
    </p:spTree>
    <p:extLst>
      <p:ext uri="{BB962C8B-B14F-4D97-AF65-F5344CB8AC3E}">
        <p14:creationId xmlns:p14="http://schemas.microsoft.com/office/powerpoint/2010/main" val="7561767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0E3863-C589-C3E6-07B1-0B0522D7A600}"/>
              </a:ext>
            </a:extLst>
          </p:cNvPr>
          <p:cNvSpPr>
            <a:spLocks noGrp="1"/>
          </p:cNvSpPr>
          <p:nvPr>
            <p:ph type="title"/>
          </p:nvPr>
        </p:nvSpPr>
        <p:spPr/>
        <p:txBody>
          <a:bodyPr>
            <a:normAutofit/>
          </a:bodyPr>
          <a:lstStyle/>
          <a:p>
            <a:r>
              <a:rPr lang="en-US" sz="3200" b="1" dirty="0">
                <a:solidFill>
                  <a:srgbClr val="0070C0"/>
                </a:solidFill>
                <a:latin typeface="Times New Roman" panose="02020603050405020304" pitchFamily="18" charset="0"/>
                <a:cs typeface="Times New Roman" panose="02020603050405020304" pitchFamily="18" charset="0"/>
              </a:rPr>
              <a:t>About Company or Organization</a:t>
            </a:r>
            <a:endParaRPr lang="en-IN" sz="3200" dirty="0"/>
          </a:p>
        </p:txBody>
      </p:sp>
      <p:sp>
        <p:nvSpPr>
          <p:cNvPr id="3" name="Content Placeholder 2">
            <a:extLst>
              <a:ext uri="{FF2B5EF4-FFF2-40B4-BE49-F238E27FC236}">
                <a16:creationId xmlns:a16="http://schemas.microsoft.com/office/drawing/2014/main" id="{954E0B21-D003-0AC1-C049-9BC5C9BE6FB4}"/>
              </a:ext>
            </a:extLst>
          </p:cNvPr>
          <p:cNvSpPr>
            <a:spLocks noGrp="1"/>
          </p:cNvSpPr>
          <p:nvPr>
            <p:ph idx="1"/>
          </p:nvPr>
        </p:nvSpPr>
        <p:spPr>
          <a:xfrm>
            <a:off x="838200" y="1511861"/>
            <a:ext cx="10515600" cy="4351338"/>
          </a:xfrm>
        </p:spPr>
        <p:txBody>
          <a:bodyPr>
            <a:normAutofit/>
          </a:bodyPr>
          <a:lstStyle/>
          <a:p>
            <a:pPr marL="0" indent="0">
              <a:buNone/>
            </a:pPr>
            <a:r>
              <a:rPr lang="en-US" dirty="0"/>
              <a:t>RWF deals with a large amount of data like:</a:t>
            </a:r>
          </a:p>
          <a:p>
            <a:r>
              <a:rPr lang="en-US" dirty="0"/>
              <a:t>Employee details</a:t>
            </a:r>
          </a:p>
          <a:p>
            <a:r>
              <a:rPr lang="en-US" dirty="0"/>
              <a:t>Production records</a:t>
            </a:r>
          </a:p>
          <a:p>
            <a:r>
              <a:rPr lang="en-US" dirty="0"/>
              <a:t>Machine and process information</a:t>
            </a:r>
          </a:p>
          <a:p>
            <a:pPr marL="0" indent="0">
              <a:buNone/>
            </a:pPr>
            <a:r>
              <a:rPr lang="en-US" dirty="0"/>
              <a:t>To manage all this data properly, </a:t>
            </a:r>
            <a:r>
              <a:rPr lang="en-US" b="1" dirty="0"/>
              <a:t>software and databases are used</a:t>
            </a:r>
            <a:r>
              <a:rPr lang="en-US" dirty="0"/>
              <a:t>.</a:t>
            </a:r>
            <a:br>
              <a:rPr lang="en-US" dirty="0"/>
            </a:br>
            <a:r>
              <a:rPr lang="en-US" dirty="0"/>
              <a:t>This is where applications built using </a:t>
            </a:r>
            <a:r>
              <a:rPr lang="en-US" b="1" dirty="0"/>
              <a:t>Visual Basic and SQL</a:t>
            </a:r>
            <a:r>
              <a:rPr lang="en-US" dirty="0"/>
              <a:t> are helpful, as they allow users to easily store, update, and retrieve information through a simple interface.</a:t>
            </a:r>
          </a:p>
          <a:p>
            <a:endParaRPr lang="en-IN"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E0A84A37-F45F-E67C-90DA-849F378EC276}"/>
              </a:ext>
            </a:extLst>
          </p:cNvPr>
          <p:cNvSpPr>
            <a:spLocks noGrp="1"/>
          </p:cNvSpPr>
          <p:nvPr>
            <p:ph type="dt" sz="half" idx="10"/>
          </p:nvPr>
        </p:nvSpPr>
        <p:spPr/>
        <p:txBody>
          <a:bodyPr/>
          <a:lstStyle/>
          <a:p>
            <a:fld id="{864BFFB7-4443-4602-A990-B076C1CFE86C}" type="datetime1">
              <a:rPr lang="en-IN" smtClean="0"/>
              <a:pPr/>
              <a:t>06-02-2026</a:t>
            </a:fld>
            <a:endParaRPr lang="en-IN" dirty="0"/>
          </a:p>
        </p:txBody>
      </p:sp>
      <p:sp>
        <p:nvSpPr>
          <p:cNvPr id="5" name="Slide Number Placeholder 4">
            <a:extLst>
              <a:ext uri="{FF2B5EF4-FFF2-40B4-BE49-F238E27FC236}">
                <a16:creationId xmlns:a16="http://schemas.microsoft.com/office/drawing/2014/main" id="{E7495C2F-4372-D7DE-CEEA-BE985BC25F94}"/>
              </a:ext>
            </a:extLst>
          </p:cNvPr>
          <p:cNvSpPr>
            <a:spLocks noGrp="1"/>
          </p:cNvSpPr>
          <p:nvPr>
            <p:ph type="sldNum" sz="quarter" idx="12"/>
          </p:nvPr>
        </p:nvSpPr>
        <p:spPr/>
        <p:txBody>
          <a:bodyPr/>
          <a:lstStyle/>
          <a:p>
            <a:fld id="{F32F6845-8F47-4AB8-B9CE-96D88E741707}" type="slidenum">
              <a:rPr lang="en-IN" smtClean="0"/>
              <a:pPr/>
              <a:t>5</a:t>
            </a:fld>
            <a:endParaRPr lang="en-IN" dirty="0"/>
          </a:p>
        </p:txBody>
      </p:sp>
    </p:spTree>
    <p:extLst>
      <p:ext uri="{BB962C8B-B14F-4D97-AF65-F5344CB8AC3E}">
        <p14:creationId xmlns:p14="http://schemas.microsoft.com/office/powerpoint/2010/main" val="1634529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Working domain or the technology</a:t>
            </a:r>
          </a:p>
        </p:txBody>
      </p:sp>
      <p:sp>
        <p:nvSpPr>
          <p:cNvPr id="3" name="Content Placeholder 2"/>
          <p:cNvSpPr>
            <a:spLocks noGrp="1"/>
          </p:cNvSpPr>
          <p:nvPr>
            <p:ph idx="1"/>
          </p:nvPr>
        </p:nvSpPr>
        <p:spPr>
          <a:xfrm>
            <a:off x="838200" y="1184367"/>
            <a:ext cx="10515600" cy="5308508"/>
          </a:xfrm>
        </p:spPr>
        <p:txBody>
          <a:bodyPr>
            <a:noAutofit/>
          </a:bodyPr>
          <a:lstStyle/>
          <a:p>
            <a:pPr marL="0" indent="0">
              <a:buNone/>
            </a:pPr>
            <a:r>
              <a:rPr lang="en-IN" sz="2400" b="1" dirty="0">
                <a:latin typeface="Times New Roman" panose="02020603050405020304" pitchFamily="18" charset="0"/>
                <a:cs typeface="Times New Roman" panose="02020603050405020304" pitchFamily="18" charset="0"/>
              </a:rPr>
              <a:t>Internship Domain: FULL-STACK DEVELOPMENT</a:t>
            </a:r>
            <a:endParaRPr lang="en-IN" sz="2400" dirty="0">
              <a:latin typeface="Times New Roman" panose="02020603050405020304" pitchFamily="18" charset="0"/>
              <a:cs typeface="Times New Roman" panose="02020603050405020304" pitchFamily="18" charset="0"/>
            </a:endParaRPr>
          </a:p>
          <a:p>
            <a:pPr marL="0" indent="0">
              <a:buNone/>
            </a:pPr>
            <a:r>
              <a:rPr lang="en-IN" sz="2400" b="1" dirty="0">
                <a:latin typeface="Times New Roman" panose="02020603050405020304" pitchFamily="18" charset="0"/>
                <a:cs typeface="Times New Roman" panose="02020603050405020304" pitchFamily="18" charset="0"/>
              </a:rPr>
              <a:t>Technologies Used:</a:t>
            </a:r>
            <a:endParaRPr lang="en-IN" sz="2400" dirty="0">
              <a:latin typeface="Times New Roman" panose="02020603050405020304" pitchFamily="18" charset="0"/>
              <a:cs typeface="Times New Roman" panose="02020603050405020304" pitchFamily="18" charset="0"/>
            </a:endParaRPr>
          </a:p>
          <a:p>
            <a:r>
              <a:rPr lang="en-IN" sz="2400" b="1" dirty="0">
                <a:latin typeface="Times New Roman" panose="02020603050405020304" pitchFamily="18" charset="0"/>
                <a:cs typeface="Times New Roman" panose="02020603050405020304" pitchFamily="18" charset="0"/>
              </a:rPr>
              <a:t>Database:</a:t>
            </a:r>
            <a:r>
              <a:rPr lang="en-IN" sz="2400" dirty="0">
                <a:latin typeface="Times New Roman" panose="02020603050405020304" pitchFamily="18" charset="0"/>
                <a:cs typeface="Times New Roman" panose="02020603050405020304" pitchFamily="18" charset="0"/>
              </a:rPr>
              <a:t> SQL Server</a:t>
            </a:r>
          </a:p>
          <a:p>
            <a:r>
              <a:rPr lang="en-IN" sz="2400" b="1" dirty="0">
                <a:latin typeface="Times New Roman" panose="02020603050405020304" pitchFamily="18" charset="0"/>
                <a:cs typeface="Times New Roman" panose="02020603050405020304" pitchFamily="18" charset="0"/>
              </a:rPr>
              <a:t>Backend:</a:t>
            </a:r>
            <a:r>
              <a:rPr lang="en-IN" sz="2400" dirty="0">
                <a:latin typeface="Times New Roman" panose="02020603050405020304" pitchFamily="18" charset="0"/>
                <a:cs typeface="Times New Roman" panose="02020603050405020304" pitchFamily="18" charset="0"/>
              </a:rPr>
              <a:t> Python (Flask – REST API)</a:t>
            </a:r>
          </a:p>
          <a:p>
            <a:r>
              <a:rPr lang="en-IN" sz="2400" b="1" dirty="0">
                <a:latin typeface="Times New Roman" panose="02020603050405020304" pitchFamily="18" charset="0"/>
                <a:cs typeface="Times New Roman" panose="02020603050405020304" pitchFamily="18" charset="0"/>
              </a:rPr>
              <a:t>Frontend:</a:t>
            </a:r>
            <a:r>
              <a:rPr lang="en-IN" sz="2400" dirty="0">
                <a:latin typeface="Times New Roman" panose="02020603050405020304" pitchFamily="18" charset="0"/>
                <a:cs typeface="Times New Roman" panose="02020603050405020304" pitchFamily="18" charset="0"/>
              </a:rPr>
              <a:t> ReactJS</a:t>
            </a:r>
          </a:p>
          <a:p>
            <a:r>
              <a:rPr lang="en-IN" sz="2400" b="1" dirty="0">
                <a:latin typeface="Times New Roman" panose="02020603050405020304" pitchFamily="18" charset="0"/>
                <a:cs typeface="Times New Roman" panose="02020603050405020304" pitchFamily="18" charset="0"/>
              </a:rPr>
              <a:t>API Testing:</a:t>
            </a:r>
            <a:r>
              <a:rPr lang="en-IN" sz="2400" dirty="0">
                <a:latin typeface="Times New Roman" panose="02020603050405020304" pitchFamily="18" charset="0"/>
                <a:cs typeface="Times New Roman" panose="02020603050405020304" pitchFamily="18" charset="0"/>
              </a:rPr>
              <a:t> Postman</a:t>
            </a:r>
          </a:p>
          <a:p>
            <a:r>
              <a:rPr lang="en-IN" sz="2400" b="1" dirty="0">
                <a:latin typeface="Times New Roman" panose="02020603050405020304" pitchFamily="18" charset="0"/>
                <a:cs typeface="Times New Roman" panose="02020603050405020304" pitchFamily="18" charset="0"/>
              </a:rPr>
              <a:t>Version Control:</a:t>
            </a:r>
            <a:r>
              <a:rPr lang="en-IN" sz="2400" dirty="0">
                <a:latin typeface="Times New Roman" panose="02020603050405020304" pitchFamily="18" charset="0"/>
                <a:cs typeface="Times New Roman" panose="02020603050405020304" pitchFamily="18" charset="0"/>
              </a:rPr>
              <a:t> GitHub</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6</a:t>
            </a:fld>
            <a:endParaRPr lang="en-US" altLang="en-US"/>
          </a:p>
        </p:txBody>
      </p:sp>
    </p:spTree>
    <p:extLst>
      <p:ext uri="{BB962C8B-B14F-4D97-AF65-F5344CB8AC3E}">
        <p14:creationId xmlns:p14="http://schemas.microsoft.com/office/powerpoint/2010/main" val="6586821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About your team and reporting Manager</a:t>
            </a:r>
          </a:p>
        </p:txBody>
      </p:sp>
      <p:sp>
        <p:nvSpPr>
          <p:cNvPr id="3" name="Content Placeholder 2"/>
          <p:cNvSpPr>
            <a:spLocks noGrp="1"/>
          </p:cNvSpPr>
          <p:nvPr>
            <p:ph idx="1"/>
          </p:nvPr>
        </p:nvSpPr>
        <p:spPr>
          <a:xfrm>
            <a:off x="838200" y="1184366"/>
            <a:ext cx="10515600" cy="4830951"/>
          </a:xfrm>
        </p:spPr>
        <p:txBody>
          <a:bodyPr>
            <a:noAutofit/>
          </a:bodyPr>
          <a:lstStyle/>
          <a:p>
            <a:pPr marL="0" indent="0">
              <a:buNone/>
            </a:pPr>
            <a:r>
              <a:rPr lang="en-US" b="1" dirty="0">
                <a:latin typeface="Times New Roman" panose="02020603050405020304" pitchFamily="18" charset="0"/>
                <a:cs typeface="Times New Roman" panose="02020603050405020304" pitchFamily="18" charset="0"/>
              </a:rPr>
              <a:t>About Your Team &amp; Reporting Manager</a:t>
            </a:r>
          </a:p>
          <a:p>
            <a:r>
              <a:rPr lang="en-US" dirty="0">
                <a:latin typeface="Times New Roman" panose="02020603050405020304" pitchFamily="18" charset="0"/>
                <a:cs typeface="Times New Roman" panose="02020603050405020304" pitchFamily="18" charset="0"/>
              </a:rPr>
              <a:t>Reporting Manager: </a:t>
            </a:r>
            <a:r>
              <a:rPr lang="en-US" b="1" dirty="0">
                <a:latin typeface="Times New Roman" panose="02020603050405020304" pitchFamily="18" charset="0"/>
                <a:cs typeface="Times New Roman" panose="02020603050405020304" pitchFamily="18" charset="0"/>
              </a:rPr>
              <a:t>Mr. Buddha Appa Rao, Senior Section Engineer (SSE) </a:t>
            </a:r>
            <a:r>
              <a:rPr lang="en-US" dirty="0">
                <a:latin typeface="Times New Roman" panose="02020603050405020304" pitchFamily="18" charset="0"/>
                <a:cs typeface="Times New Roman" panose="02020603050405020304" pitchFamily="18" charset="0"/>
              </a:rPr>
              <a:t>at Rail Wheel Factory.</a:t>
            </a:r>
          </a:p>
          <a:p>
            <a:r>
              <a:rPr lang="en-US" dirty="0">
                <a:latin typeface="Times New Roman" panose="02020603050405020304" pitchFamily="18" charset="0"/>
                <a:cs typeface="Times New Roman" panose="02020603050405020304" pitchFamily="18" charset="0"/>
              </a:rPr>
              <a:t>Internship is conducted in </a:t>
            </a:r>
            <a:r>
              <a:rPr lang="en-US" b="1" dirty="0">
                <a:latin typeface="Times New Roman" panose="02020603050405020304" pitchFamily="18" charset="0"/>
                <a:cs typeface="Times New Roman" panose="02020603050405020304" pitchFamily="18" charset="0"/>
              </a:rPr>
              <a:t>batch.</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All interns are trained together in a </a:t>
            </a:r>
            <a:r>
              <a:rPr lang="en-US" b="1" dirty="0">
                <a:latin typeface="Times New Roman" panose="02020603050405020304" pitchFamily="18" charset="0"/>
                <a:cs typeface="Times New Roman" panose="02020603050405020304" pitchFamily="18" charset="0"/>
              </a:rPr>
              <a:t>classroom-style setup.</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No fixed project team yet.</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7</a:t>
            </a:fld>
            <a:endParaRPr lang="en-US" altLang="en-US"/>
          </a:p>
        </p:txBody>
      </p:sp>
    </p:spTree>
    <p:extLst>
      <p:ext uri="{BB962C8B-B14F-4D97-AF65-F5344CB8AC3E}">
        <p14:creationId xmlns:p14="http://schemas.microsoft.com/office/powerpoint/2010/main" val="25106966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Challenges Faced in Internship</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8</a:t>
            </a:fld>
            <a:endParaRPr lang="en-US" altLang="en-US"/>
          </a:p>
        </p:txBody>
      </p:sp>
      <p:sp>
        <p:nvSpPr>
          <p:cNvPr id="9" name="Rectangle 5">
            <a:extLst>
              <a:ext uri="{FF2B5EF4-FFF2-40B4-BE49-F238E27FC236}">
                <a16:creationId xmlns:a16="http://schemas.microsoft.com/office/drawing/2014/main" id="{22E0E85B-EB34-8E02-81ED-96D116E93F41}"/>
              </a:ext>
            </a:extLst>
          </p:cNvPr>
          <p:cNvSpPr>
            <a:spLocks noGrp="1" noChangeArrowheads="1"/>
          </p:cNvSpPr>
          <p:nvPr>
            <p:ph idx="1"/>
          </p:nvPr>
        </p:nvSpPr>
        <p:spPr bwMode="auto">
          <a:xfrm>
            <a:off x="838200" y="1184366"/>
            <a:ext cx="8144435"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Learning how database tables are connected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Dealing with missing or repeated data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Fixing errors while connecting the system</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Linking frontend with backend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Making sure data stays correct everywhere</a:t>
            </a:r>
          </a:p>
        </p:txBody>
      </p:sp>
    </p:spTree>
    <p:extLst>
      <p:ext uri="{BB962C8B-B14F-4D97-AF65-F5344CB8AC3E}">
        <p14:creationId xmlns:p14="http://schemas.microsoft.com/office/powerpoint/2010/main" val="12061569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Objectives of the work</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9</a:t>
            </a:fld>
            <a:endParaRPr lang="en-US" altLang="en-US"/>
          </a:p>
        </p:txBody>
      </p:sp>
      <p:sp>
        <p:nvSpPr>
          <p:cNvPr id="5" name="Rectangle 2">
            <a:extLst>
              <a:ext uri="{FF2B5EF4-FFF2-40B4-BE49-F238E27FC236}">
                <a16:creationId xmlns:a16="http://schemas.microsoft.com/office/drawing/2014/main" id="{61AB3FE3-71AE-81DB-7895-18147F84C314}"/>
              </a:ext>
            </a:extLst>
          </p:cNvPr>
          <p:cNvSpPr>
            <a:spLocks noGrp="1" noChangeArrowheads="1"/>
          </p:cNvSpPr>
          <p:nvPr>
            <p:ph idx="1"/>
          </p:nvPr>
        </p:nvSpPr>
        <p:spPr bwMode="auto">
          <a:xfrm>
            <a:off x="838200" y="1138643"/>
            <a:ext cx="10287000" cy="31085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develop a web-based reporting system</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design REST APIs using Flask</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connect the backend with the SQL Server database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retrieve and display data using APIs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reduce manual report preparation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improve data accuracy and consistency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understand full-stack application workflow</a:t>
            </a:r>
          </a:p>
        </p:txBody>
      </p:sp>
    </p:spTree>
    <p:extLst>
      <p:ext uri="{BB962C8B-B14F-4D97-AF65-F5344CB8AC3E}">
        <p14:creationId xmlns:p14="http://schemas.microsoft.com/office/powerpoint/2010/main" val="25163347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EE831B-ED0C-D231-029C-73E0AA03C5B9}"/>
              </a:ext>
            </a:extLst>
          </p:cNvPr>
          <p:cNvSpPr>
            <a:spLocks noGrp="1"/>
          </p:cNvSpPr>
          <p:nvPr>
            <p:ph type="title"/>
          </p:nvPr>
        </p:nvSpPr>
        <p:spPr/>
        <p:txBody>
          <a:bodyPr>
            <a:normAutofit/>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Literature Review</a:t>
            </a:r>
            <a:endParaRPr lang="en-US" sz="3200" dirty="0"/>
          </a:p>
        </p:txBody>
      </p:sp>
      <p:sp>
        <p:nvSpPr>
          <p:cNvPr id="4" name="Date Placeholder 3">
            <a:extLst>
              <a:ext uri="{FF2B5EF4-FFF2-40B4-BE49-F238E27FC236}">
                <a16:creationId xmlns:a16="http://schemas.microsoft.com/office/drawing/2014/main" id="{C0EE3E80-A7F1-1D60-1F4D-E4DFCD1878F7}"/>
              </a:ext>
            </a:extLst>
          </p:cNvPr>
          <p:cNvSpPr>
            <a:spLocks noGrp="1"/>
          </p:cNvSpPr>
          <p:nvPr>
            <p:ph type="dt" sz="half" idx="10"/>
          </p:nvPr>
        </p:nvSpPr>
        <p:spPr/>
        <p:txBody>
          <a:bodyPr/>
          <a:lstStyle/>
          <a:p>
            <a:fld id="{864BFFB7-4443-4602-A990-B076C1CFE86C}" type="datetime1">
              <a:rPr lang="en-IN" smtClean="0"/>
              <a:pPr/>
              <a:t>06-02-2026</a:t>
            </a:fld>
            <a:endParaRPr lang="en-IN" dirty="0"/>
          </a:p>
        </p:txBody>
      </p:sp>
      <p:sp>
        <p:nvSpPr>
          <p:cNvPr id="5" name="Slide Number Placeholder 4">
            <a:extLst>
              <a:ext uri="{FF2B5EF4-FFF2-40B4-BE49-F238E27FC236}">
                <a16:creationId xmlns:a16="http://schemas.microsoft.com/office/drawing/2014/main" id="{F8AC3D34-9B39-5D48-9624-8B74DD9F0A2F}"/>
              </a:ext>
            </a:extLst>
          </p:cNvPr>
          <p:cNvSpPr>
            <a:spLocks noGrp="1"/>
          </p:cNvSpPr>
          <p:nvPr>
            <p:ph type="sldNum" sz="quarter" idx="12"/>
          </p:nvPr>
        </p:nvSpPr>
        <p:spPr/>
        <p:txBody>
          <a:bodyPr/>
          <a:lstStyle/>
          <a:p>
            <a:fld id="{F32F6845-8F47-4AB8-B9CE-96D88E741707}" type="slidenum">
              <a:rPr lang="en-IN" smtClean="0"/>
              <a:pPr/>
              <a:t>10</a:t>
            </a:fld>
            <a:endParaRPr lang="en-IN" dirty="0"/>
          </a:p>
        </p:txBody>
      </p:sp>
      <p:sp>
        <p:nvSpPr>
          <p:cNvPr id="6" name="Rectangle 1">
            <a:extLst>
              <a:ext uri="{FF2B5EF4-FFF2-40B4-BE49-F238E27FC236}">
                <a16:creationId xmlns:a16="http://schemas.microsoft.com/office/drawing/2014/main" id="{6D132877-3239-9434-5689-2C86554A5408}"/>
              </a:ext>
            </a:extLst>
          </p:cNvPr>
          <p:cNvSpPr>
            <a:spLocks noGrp="1" noChangeArrowheads="1"/>
          </p:cNvSpPr>
          <p:nvPr>
            <p:ph idx="1"/>
          </p:nvPr>
        </p:nvSpPr>
        <p:spPr bwMode="auto">
          <a:xfrm>
            <a:off x="838200" y="1130420"/>
            <a:ext cx="9349034" cy="31085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Most Hospitals still use basic or old software systems that are </a:t>
            </a:r>
          </a:p>
          <a:p>
            <a:pPr marL="0" indent="0" eaLnBrk="0" fontAlgn="base" hangingPunct="0">
              <a:lnSpc>
                <a:spcPct val="100000"/>
              </a:lnSpc>
              <a:spcBef>
                <a:spcPct val="0"/>
              </a:spcBef>
              <a:spcAft>
                <a:spcPct val="0"/>
              </a:spcAft>
              <a:buNone/>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not equip for multiple entity set up.</a:t>
            </a:r>
          </a:p>
          <a:p>
            <a:pPr eaLnBrk="0" fontAlgn="base" hangingPunct="0">
              <a:lnSpc>
                <a:spcPct val="100000"/>
              </a:lnSpc>
              <a:spcBef>
                <a:spcPct val="0"/>
              </a:spcBef>
              <a:spcAft>
                <a:spcPct val="0"/>
              </a:spcAf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Report generation usually takes more time.</a:t>
            </a:r>
          </a:p>
          <a:p>
            <a:pPr eaLnBrk="0" fontAlgn="base" hangingPunct="0">
              <a:lnSpc>
                <a:spcPct val="100000"/>
              </a:lnSpc>
              <a:spcBef>
                <a:spcPct val="0"/>
              </a:spcBef>
              <a:spcAft>
                <a:spcPct val="0"/>
              </a:spcAf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is often stored in different places.</a:t>
            </a:r>
          </a:p>
          <a:p>
            <a:pPr eaLnBrk="0" fontAlgn="base" hangingPunct="0">
              <a:lnSpc>
                <a:spcPct val="100000"/>
              </a:lnSpc>
              <a:spcBef>
                <a:spcPct val="0"/>
              </a:spcBef>
              <a:spcAft>
                <a:spcPct val="0"/>
              </a:spcAf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duplication and errors are common.</a:t>
            </a:r>
          </a:p>
          <a:p>
            <a:pPr eaLnBrk="0" fontAlgn="base" hangingPunct="0">
              <a:lnSpc>
                <a:spcPct val="100000"/>
              </a:lnSpc>
              <a:spcBef>
                <a:spcPct val="0"/>
              </a:spcBef>
              <a:spcAft>
                <a:spcPct val="0"/>
              </a:spcAf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Web-based systems make access easier.</a:t>
            </a:r>
          </a:p>
          <a:p>
            <a:pPr eaLnBrk="0" fontAlgn="base" hangingPunct="0">
              <a:lnSpc>
                <a:spcPct val="100000"/>
              </a:lnSpc>
              <a:spcBef>
                <a:spcPct val="0"/>
              </a:spcBef>
              <a:spcAft>
                <a:spcPct val="0"/>
              </a:spcAf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Flask and React are popular for such applications.</a:t>
            </a:r>
          </a:p>
        </p:txBody>
      </p:sp>
    </p:spTree>
    <p:extLst>
      <p:ext uri="{BB962C8B-B14F-4D97-AF65-F5344CB8AC3E}">
        <p14:creationId xmlns:p14="http://schemas.microsoft.com/office/powerpoint/2010/main" val="18895778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5F5BC8-5393-BF3A-73E1-35DC6AB9A9C0}"/>
              </a:ext>
            </a:extLst>
          </p:cNvPr>
          <p:cNvSpPr>
            <a:spLocks noGrp="1"/>
          </p:cNvSpPr>
          <p:nvPr>
            <p:ph type="title"/>
          </p:nvPr>
        </p:nvSpPr>
        <p:spPr/>
        <p:txBody>
          <a:bodyPr>
            <a:normAutofit/>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Proposed System / Work</a:t>
            </a:r>
            <a:endParaRPr lang="en-US" sz="3200" dirty="0"/>
          </a:p>
        </p:txBody>
      </p:sp>
      <p:sp>
        <p:nvSpPr>
          <p:cNvPr id="4" name="Date Placeholder 3">
            <a:extLst>
              <a:ext uri="{FF2B5EF4-FFF2-40B4-BE49-F238E27FC236}">
                <a16:creationId xmlns:a16="http://schemas.microsoft.com/office/drawing/2014/main" id="{C44E417C-53EC-306B-5E53-FB4C7DADA023}"/>
              </a:ext>
            </a:extLst>
          </p:cNvPr>
          <p:cNvSpPr>
            <a:spLocks noGrp="1"/>
          </p:cNvSpPr>
          <p:nvPr>
            <p:ph type="dt" sz="half" idx="10"/>
          </p:nvPr>
        </p:nvSpPr>
        <p:spPr/>
        <p:txBody>
          <a:bodyPr/>
          <a:lstStyle/>
          <a:p>
            <a:fld id="{864BFFB7-4443-4602-A990-B076C1CFE86C}" type="datetime1">
              <a:rPr lang="en-IN" smtClean="0"/>
              <a:pPr/>
              <a:t>06-02-2026</a:t>
            </a:fld>
            <a:endParaRPr lang="en-IN" dirty="0"/>
          </a:p>
        </p:txBody>
      </p:sp>
      <p:sp>
        <p:nvSpPr>
          <p:cNvPr id="5" name="Slide Number Placeholder 4">
            <a:extLst>
              <a:ext uri="{FF2B5EF4-FFF2-40B4-BE49-F238E27FC236}">
                <a16:creationId xmlns:a16="http://schemas.microsoft.com/office/drawing/2014/main" id="{DBB81560-39B1-4F4F-9665-443C55A7920E}"/>
              </a:ext>
            </a:extLst>
          </p:cNvPr>
          <p:cNvSpPr>
            <a:spLocks noGrp="1"/>
          </p:cNvSpPr>
          <p:nvPr>
            <p:ph type="sldNum" sz="quarter" idx="12"/>
          </p:nvPr>
        </p:nvSpPr>
        <p:spPr/>
        <p:txBody>
          <a:bodyPr/>
          <a:lstStyle/>
          <a:p>
            <a:fld id="{F32F6845-8F47-4AB8-B9CE-96D88E741707}" type="slidenum">
              <a:rPr lang="en-IN" smtClean="0"/>
              <a:pPr/>
              <a:t>11</a:t>
            </a:fld>
            <a:endParaRPr lang="en-IN" dirty="0"/>
          </a:p>
        </p:txBody>
      </p:sp>
      <p:sp>
        <p:nvSpPr>
          <p:cNvPr id="6" name="Rectangle 1">
            <a:extLst>
              <a:ext uri="{FF2B5EF4-FFF2-40B4-BE49-F238E27FC236}">
                <a16:creationId xmlns:a16="http://schemas.microsoft.com/office/drawing/2014/main" id="{F69B9FD6-3D2A-0CE2-27F7-DEAC2AB815B7}"/>
              </a:ext>
            </a:extLst>
          </p:cNvPr>
          <p:cNvSpPr>
            <a:spLocks noGrp="1" noChangeArrowheads="1"/>
          </p:cNvSpPr>
          <p:nvPr>
            <p:ph idx="1"/>
          </p:nvPr>
        </p:nvSpPr>
        <p:spPr bwMode="auto">
          <a:xfrm>
            <a:off x="838200" y="1281611"/>
            <a:ext cx="6168805" cy="31085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Web-based Hospital management system.</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Backend using Flask REST APIs.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SQL Server for data storage.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ReactJS for the user interface.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APIs for data retrieval and reports.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Centralized database system.</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Faster and structured report generation.</a:t>
            </a:r>
          </a:p>
        </p:txBody>
      </p:sp>
    </p:spTree>
    <p:extLst>
      <p:ext uri="{BB962C8B-B14F-4D97-AF65-F5344CB8AC3E}">
        <p14:creationId xmlns:p14="http://schemas.microsoft.com/office/powerpoint/2010/main" val="12076918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DCBC3A-1FCB-4CD1-8B8D-191EFFD17DE5}"/>
              </a:ext>
            </a:extLst>
          </p:cNvPr>
          <p:cNvSpPr>
            <a:spLocks noGrp="1"/>
          </p:cNvSpPr>
          <p:nvPr>
            <p:ph type="title"/>
          </p:nvPr>
        </p:nvSpPr>
        <p:spPr/>
        <p:txBody>
          <a:bodyPr>
            <a:normAutofit/>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Problem Statement</a:t>
            </a:r>
            <a:endParaRPr lang="en-US" sz="3200" dirty="0"/>
          </a:p>
        </p:txBody>
      </p:sp>
      <p:sp>
        <p:nvSpPr>
          <p:cNvPr id="3" name="Content Placeholder 2">
            <a:extLst>
              <a:ext uri="{FF2B5EF4-FFF2-40B4-BE49-F238E27FC236}">
                <a16:creationId xmlns:a16="http://schemas.microsoft.com/office/drawing/2014/main" id="{22DE9990-D0CA-4016-F132-A89D1F2BE1FA}"/>
              </a:ext>
            </a:extLst>
          </p:cNvPr>
          <p:cNvSpPr>
            <a:spLocks noGrp="1"/>
          </p:cNvSpPr>
          <p:nvPr>
            <p:ph idx="1"/>
          </p:nvPr>
        </p:nvSpPr>
        <p:spPr>
          <a:xfrm>
            <a:off x="838200" y="1253331"/>
            <a:ext cx="10515600" cy="4351338"/>
          </a:xfrm>
        </p:spPr>
        <p:txBody>
          <a:bodyPr/>
          <a:lstStyle/>
          <a:p>
            <a:pPr marL="0" lvl="0" indent="0" eaLnBrk="0" fontAlgn="base" hangingPunct="0">
              <a:lnSpc>
                <a:spcPct val="100000"/>
              </a:lnSpc>
              <a:spcBef>
                <a:spcPct val="0"/>
              </a:spcBef>
              <a:spcAft>
                <a:spcPct val="0"/>
              </a:spcAft>
              <a:buFontTx/>
              <a:buChar char="•"/>
            </a:pPr>
            <a:r>
              <a:rPr lang="en-US" dirty="0">
                <a:latin typeface="Times New Roman" panose="02020603050405020304" pitchFamily="18" charset="0"/>
                <a:cs typeface="Times New Roman" panose="02020603050405020304" pitchFamily="18" charset="0"/>
              </a:rPr>
              <a:t>To design and develop a </a:t>
            </a:r>
            <a:r>
              <a:rPr lang="en-US" i="1" dirty="0">
                <a:latin typeface="Times New Roman" panose="02020603050405020304" pitchFamily="18" charset="0"/>
                <a:cs typeface="Times New Roman" panose="02020603050405020304" pitchFamily="18" charset="0"/>
              </a:rPr>
              <a:t>API</a:t>
            </a:r>
            <a:r>
              <a:rPr lang="en-US" dirty="0">
                <a:latin typeface="Times New Roman" panose="02020603050405020304" pitchFamily="18" charset="0"/>
                <a:cs typeface="Times New Roman" panose="02020603050405020304" pitchFamily="18" charset="0"/>
              </a:rPr>
              <a:t> for the Hospital Management System to handle data efficiently and make the data structured and easy to access.</a:t>
            </a:r>
          </a:p>
          <a:p>
            <a:pPr marL="0" lvl="0" indent="0" eaLnBrk="0" fontAlgn="base" hangingPunct="0">
              <a:lnSpc>
                <a:spcPct val="100000"/>
              </a:lnSpc>
              <a:spcBef>
                <a:spcPct val="0"/>
              </a:spcBef>
              <a:spcAft>
                <a:spcPct val="0"/>
              </a:spcAft>
              <a:buFontTx/>
              <a:buChar char="•"/>
            </a:pPr>
            <a:r>
              <a:rPr lang="en-US" altLang="en-US" dirty="0">
                <a:latin typeface="Times New Roman" panose="02020603050405020304" pitchFamily="18" charset="0"/>
                <a:cs typeface="Times New Roman" panose="02020603050405020304" pitchFamily="18" charset="0"/>
              </a:rPr>
              <a:t>Existing systems are slow</a:t>
            </a:r>
          </a:p>
          <a:p>
            <a:pPr marL="0" lvl="0" indent="0" eaLnBrk="0" fontAlgn="base" hangingPunct="0">
              <a:lnSpc>
                <a:spcPct val="100000"/>
              </a:lnSpc>
              <a:spcBef>
                <a:spcPct val="0"/>
              </a:spcBef>
              <a:spcAft>
                <a:spcPct val="0"/>
              </a:spcAft>
              <a:buFontTx/>
              <a:buChar char="•"/>
            </a:pPr>
            <a:r>
              <a:rPr lang="en-US" altLang="en-US" dirty="0">
                <a:latin typeface="Times New Roman" panose="02020603050405020304" pitchFamily="18" charset="0"/>
                <a:cs typeface="Times New Roman" panose="02020603050405020304" pitchFamily="18" charset="0"/>
              </a:rPr>
              <a:t>Reports take more time to generate</a:t>
            </a:r>
            <a:endParaRPr lang="en-US" dirty="0">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FontTx/>
              <a:buChar char="•"/>
            </a:pPr>
            <a:r>
              <a:rPr lang="en-US" altLang="en-US" dirty="0">
                <a:latin typeface="Times New Roman" panose="02020603050405020304" pitchFamily="18" charset="0"/>
                <a:cs typeface="Times New Roman" panose="02020603050405020304" pitchFamily="18" charset="0"/>
              </a:rPr>
              <a:t>Data is not fully centralized</a:t>
            </a:r>
          </a:p>
          <a:p>
            <a:pPr marL="0" lvl="0" indent="0" eaLnBrk="0" fontAlgn="base" hangingPunct="0">
              <a:lnSpc>
                <a:spcPct val="100000"/>
              </a:lnSpc>
              <a:spcBef>
                <a:spcPct val="0"/>
              </a:spcBef>
              <a:spcAft>
                <a:spcPct val="0"/>
              </a:spcAft>
              <a:buFontTx/>
              <a:buChar char="•"/>
            </a:pPr>
            <a:r>
              <a:rPr lang="en-US" altLang="en-US" dirty="0">
                <a:latin typeface="Times New Roman" panose="02020603050405020304" pitchFamily="18" charset="0"/>
                <a:cs typeface="Times New Roman" panose="02020603050405020304" pitchFamily="18" charset="0"/>
              </a:rPr>
              <a:t>Manual work causes errors</a:t>
            </a:r>
          </a:p>
          <a:p>
            <a:pPr marL="0" lvl="0" indent="0" eaLnBrk="0" fontAlgn="base" hangingPunct="0">
              <a:lnSpc>
                <a:spcPct val="100000"/>
              </a:lnSpc>
              <a:spcBef>
                <a:spcPct val="0"/>
              </a:spcBef>
              <a:spcAft>
                <a:spcPct val="0"/>
              </a:spcAft>
              <a:buFontTx/>
              <a:buChar char="•"/>
            </a:pPr>
            <a:r>
              <a:rPr lang="en-US" altLang="en-US" dirty="0">
                <a:latin typeface="Times New Roman" panose="02020603050405020304" pitchFamily="18" charset="0"/>
                <a:cs typeface="Times New Roman" panose="02020603050405020304" pitchFamily="18" charset="0"/>
              </a:rPr>
              <a:t>Need for web-based API system</a:t>
            </a:r>
          </a:p>
          <a:p>
            <a:pPr marL="0" indent="0">
              <a:buNone/>
            </a:pPr>
            <a:endParaRPr lang="en-US"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173447CF-3532-8966-F806-47B706CDA36D}"/>
              </a:ext>
            </a:extLst>
          </p:cNvPr>
          <p:cNvSpPr>
            <a:spLocks noGrp="1"/>
          </p:cNvSpPr>
          <p:nvPr>
            <p:ph type="dt" sz="half" idx="10"/>
          </p:nvPr>
        </p:nvSpPr>
        <p:spPr/>
        <p:txBody>
          <a:bodyPr/>
          <a:lstStyle/>
          <a:p>
            <a:fld id="{864BFFB7-4443-4602-A990-B076C1CFE86C}" type="datetime1">
              <a:rPr lang="en-IN" smtClean="0"/>
              <a:pPr/>
              <a:t>06-02-2026</a:t>
            </a:fld>
            <a:endParaRPr lang="en-IN" dirty="0"/>
          </a:p>
        </p:txBody>
      </p:sp>
      <p:sp>
        <p:nvSpPr>
          <p:cNvPr id="5" name="Slide Number Placeholder 4">
            <a:extLst>
              <a:ext uri="{FF2B5EF4-FFF2-40B4-BE49-F238E27FC236}">
                <a16:creationId xmlns:a16="http://schemas.microsoft.com/office/drawing/2014/main" id="{C3FD20E1-E184-BF24-4039-6C6B95FA9A2C}"/>
              </a:ext>
            </a:extLst>
          </p:cNvPr>
          <p:cNvSpPr>
            <a:spLocks noGrp="1"/>
          </p:cNvSpPr>
          <p:nvPr>
            <p:ph type="sldNum" sz="quarter" idx="12"/>
          </p:nvPr>
        </p:nvSpPr>
        <p:spPr/>
        <p:txBody>
          <a:bodyPr/>
          <a:lstStyle/>
          <a:p>
            <a:fld id="{F32F6845-8F47-4AB8-B9CE-96D88E741707}" type="slidenum">
              <a:rPr lang="en-IN" smtClean="0"/>
              <a:pPr/>
              <a:t>12</a:t>
            </a:fld>
            <a:endParaRPr lang="en-IN" dirty="0"/>
          </a:p>
        </p:txBody>
      </p:sp>
      <p:sp>
        <p:nvSpPr>
          <p:cNvPr id="8" name="Rectangle 3">
            <a:extLst>
              <a:ext uri="{FF2B5EF4-FFF2-40B4-BE49-F238E27FC236}">
                <a16:creationId xmlns:a16="http://schemas.microsoft.com/office/drawing/2014/main" id="{72A06B9B-1095-9D21-FBD8-CC7D73FF5EE9}"/>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0987939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CE97C4-CFC8-DA64-AA88-005FC2D41225}"/>
              </a:ext>
            </a:extLst>
          </p:cNvPr>
          <p:cNvSpPr>
            <a:spLocks noGrp="1"/>
          </p:cNvSpPr>
          <p:nvPr>
            <p:ph type="title"/>
          </p:nvPr>
        </p:nvSpPr>
        <p:spPr>
          <a:xfrm>
            <a:off x="838200" y="-178361"/>
            <a:ext cx="10515600" cy="1325563"/>
          </a:xfrm>
        </p:spPr>
        <p:txBody>
          <a:bodyPr>
            <a:normAutofit/>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System Requirements</a:t>
            </a:r>
            <a:endParaRPr lang="en-US" sz="3200" dirty="0"/>
          </a:p>
        </p:txBody>
      </p:sp>
      <p:sp>
        <p:nvSpPr>
          <p:cNvPr id="3" name="Content Placeholder 2">
            <a:extLst>
              <a:ext uri="{FF2B5EF4-FFF2-40B4-BE49-F238E27FC236}">
                <a16:creationId xmlns:a16="http://schemas.microsoft.com/office/drawing/2014/main" id="{F89C2BCC-D1FC-4812-4E72-E88F3C85B8C6}"/>
              </a:ext>
            </a:extLst>
          </p:cNvPr>
          <p:cNvSpPr>
            <a:spLocks noGrp="1"/>
          </p:cNvSpPr>
          <p:nvPr>
            <p:ph idx="1"/>
          </p:nvPr>
        </p:nvSpPr>
        <p:spPr>
          <a:xfrm>
            <a:off x="838200" y="762000"/>
            <a:ext cx="10515600" cy="5325035"/>
          </a:xfrm>
        </p:spPr>
        <p:txBody>
          <a:bodyPr>
            <a:normAutofit fontScale="85000" lnSpcReduction="20000"/>
          </a:bodyPr>
          <a:lstStyle/>
          <a:p>
            <a:r>
              <a:rPr lang="en-US" b="1" dirty="0">
                <a:latin typeface="Times New Roman" panose="02020603050405020304" pitchFamily="18" charset="0"/>
                <a:cs typeface="Times New Roman" panose="02020603050405020304" pitchFamily="18" charset="0"/>
              </a:rPr>
              <a:t>Hardware Requirements</a:t>
            </a:r>
          </a:p>
          <a:p>
            <a:r>
              <a:rPr lang="en-US" dirty="0">
                <a:latin typeface="Times New Roman" panose="02020603050405020304" pitchFamily="18" charset="0"/>
                <a:cs typeface="Times New Roman" panose="02020603050405020304" pitchFamily="18" charset="0"/>
              </a:rPr>
              <a:t>Computer / Laptop</a:t>
            </a:r>
          </a:p>
          <a:p>
            <a:r>
              <a:rPr lang="en-US" dirty="0">
                <a:latin typeface="Times New Roman" panose="02020603050405020304" pitchFamily="18" charset="0"/>
                <a:cs typeface="Times New Roman" panose="02020603050405020304" pitchFamily="18" charset="0"/>
              </a:rPr>
              <a:t>Processor: Intel i3 / i5 or above</a:t>
            </a:r>
          </a:p>
          <a:p>
            <a:r>
              <a:rPr lang="en-US" dirty="0">
                <a:latin typeface="Times New Roman" panose="02020603050405020304" pitchFamily="18" charset="0"/>
                <a:cs typeface="Times New Roman" panose="02020603050405020304" pitchFamily="18" charset="0"/>
              </a:rPr>
              <a:t>RAM: Minimum 8 GB</a:t>
            </a:r>
          </a:p>
          <a:p>
            <a:r>
              <a:rPr lang="en-US" dirty="0">
                <a:latin typeface="Times New Roman" panose="02020603050405020304" pitchFamily="18" charset="0"/>
                <a:cs typeface="Times New Roman" panose="02020603050405020304" pitchFamily="18" charset="0"/>
              </a:rPr>
              <a:t>Storage: At least 50 GB free space</a:t>
            </a:r>
          </a:p>
          <a:p>
            <a:r>
              <a:rPr lang="en-US" dirty="0">
                <a:latin typeface="Times New Roman" panose="02020603050405020304" pitchFamily="18" charset="0"/>
                <a:cs typeface="Times New Roman" panose="02020603050405020304" pitchFamily="18" charset="0"/>
              </a:rPr>
              <a:t>Internet connection</a:t>
            </a:r>
          </a:p>
          <a:p>
            <a:r>
              <a:rPr lang="en-US" b="1" dirty="0">
                <a:latin typeface="Times New Roman" panose="02020603050405020304" pitchFamily="18" charset="0"/>
                <a:cs typeface="Times New Roman" panose="02020603050405020304" pitchFamily="18" charset="0"/>
              </a:rPr>
              <a:t>Software Requirements</a:t>
            </a:r>
          </a:p>
          <a:p>
            <a:r>
              <a:rPr lang="en-US" dirty="0">
                <a:latin typeface="Times New Roman" panose="02020603050405020304" pitchFamily="18" charset="0"/>
                <a:cs typeface="Times New Roman" panose="02020603050405020304" pitchFamily="18" charset="0"/>
              </a:rPr>
              <a:t>Operating System: Windows</a:t>
            </a:r>
          </a:p>
          <a:p>
            <a:r>
              <a:rPr lang="en-US" dirty="0">
                <a:latin typeface="Times New Roman" panose="02020603050405020304" pitchFamily="18" charset="0"/>
                <a:cs typeface="Times New Roman" panose="02020603050405020304" pitchFamily="18" charset="0"/>
              </a:rPr>
              <a:t>Backend: Python, Flask</a:t>
            </a:r>
          </a:p>
          <a:p>
            <a:r>
              <a:rPr lang="en-US" dirty="0">
                <a:latin typeface="Times New Roman" panose="02020603050405020304" pitchFamily="18" charset="0"/>
                <a:cs typeface="Times New Roman" panose="02020603050405020304" pitchFamily="18" charset="0"/>
              </a:rPr>
              <a:t>Database: SQL Server</a:t>
            </a:r>
          </a:p>
          <a:p>
            <a:r>
              <a:rPr lang="en-US" dirty="0">
                <a:latin typeface="Times New Roman" panose="02020603050405020304" pitchFamily="18" charset="0"/>
                <a:cs typeface="Times New Roman" panose="02020603050405020304" pitchFamily="18" charset="0"/>
              </a:rPr>
              <a:t>Frontend: ReactJS</a:t>
            </a:r>
          </a:p>
          <a:p>
            <a:r>
              <a:rPr lang="en-US" dirty="0">
                <a:latin typeface="Times New Roman" panose="02020603050405020304" pitchFamily="18" charset="0"/>
                <a:cs typeface="Times New Roman" panose="02020603050405020304" pitchFamily="18" charset="0"/>
              </a:rPr>
              <a:t>Tools: VS Code, Postman</a:t>
            </a:r>
          </a:p>
          <a:p>
            <a:r>
              <a:rPr lang="en-US" dirty="0">
                <a:latin typeface="Times New Roman" panose="02020603050405020304" pitchFamily="18" charset="0"/>
                <a:cs typeface="Times New Roman" panose="02020603050405020304" pitchFamily="18" charset="0"/>
              </a:rPr>
              <a:t>Browser: Chrome / Edge</a:t>
            </a:r>
          </a:p>
        </p:txBody>
      </p:sp>
      <p:sp>
        <p:nvSpPr>
          <p:cNvPr id="4" name="Date Placeholder 3">
            <a:extLst>
              <a:ext uri="{FF2B5EF4-FFF2-40B4-BE49-F238E27FC236}">
                <a16:creationId xmlns:a16="http://schemas.microsoft.com/office/drawing/2014/main" id="{85612C92-94C9-A22C-3780-125E0472163F}"/>
              </a:ext>
            </a:extLst>
          </p:cNvPr>
          <p:cNvSpPr>
            <a:spLocks noGrp="1"/>
          </p:cNvSpPr>
          <p:nvPr>
            <p:ph type="dt" sz="half" idx="10"/>
          </p:nvPr>
        </p:nvSpPr>
        <p:spPr/>
        <p:txBody>
          <a:bodyPr/>
          <a:lstStyle/>
          <a:p>
            <a:fld id="{864BFFB7-4443-4602-A990-B076C1CFE86C}" type="datetime1">
              <a:rPr lang="en-IN" smtClean="0"/>
              <a:pPr/>
              <a:t>06-02-2026</a:t>
            </a:fld>
            <a:endParaRPr lang="en-IN" dirty="0"/>
          </a:p>
        </p:txBody>
      </p:sp>
      <p:sp>
        <p:nvSpPr>
          <p:cNvPr id="5" name="Slide Number Placeholder 4">
            <a:extLst>
              <a:ext uri="{FF2B5EF4-FFF2-40B4-BE49-F238E27FC236}">
                <a16:creationId xmlns:a16="http://schemas.microsoft.com/office/drawing/2014/main" id="{7355CE46-D8BB-70DD-026F-2C348C3DDEA1}"/>
              </a:ext>
            </a:extLst>
          </p:cNvPr>
          <p:cNvSpPr>
            <a:spLocks noGrp="1"/>
          </p:cNvSpPr>
          <p:nvPr>
            <p:ph type="sldNum" sz="quarter" idx="12"/>
          </p:nvPr>
        </p:nvSpPr>
        <p:spPr/>
        <p:txBody>
          <a:bodyPr/>
          <a:lstStyle/>
          <a:p>
            <a:fld id="{F32F6845-8F47-4AB8-B9CE-96D88E741707}" type="slidenum">
              <a:rPr lang="en-IN" smtClean="0"/>
              <a:pPr/>
              <a:t>13</a:t>
            </a:fld>
            <a:endParaRPr lang="en-IN" dirty="0"/>
          </a:p>
        </p:txBody>
      </p:sp>
    </p:spTree>
    <p:extLst>
      <p:ext uri="{BB962C8B-B14F-4D97-AF65-F5344CB8AC3E}">
        <p14:creationId xmlns:p14="http://schemas.microsoft.com/office/powerpoint/2010/main" val="19986320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BE3816-982D-0044-14D7-6FB61DBAE0F2}"/>
              </a:ext>
            </a:extLst>
          </p:cNvPr>
          <p:cNvSpPr>
            <a:spLocks noGrp="1"/>
          </p:cNvSpPr>
          <p:nvPr>
            <p:ph type="title"/>
          </p:nvPr>
        </p:nvSpPr>
        <p:spPr/>
        <p:txBody>
          <a:bodyPr>
            <a:normAutofit/>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Advantages of Proposed System/Work</a:t>
            </a:r>
            <a:endParaRPr lang="en-US" sz="3200" dirty="0"/>
          </a:p>
        </p:txBody>
      </p:sp>
      <p:sp>
        <p:nvSpPr>
          <p:cNvPr id="3" name="Content Placeholder 2">
            <a:extLst>
              <a:ext uri="{FF2B5EF4-FFF2-40B4-BE49-F238E27FC236}">
                <a16:creationId xmlns:a16="http://schemas.microsoft.com/office/drawing/2014/main" id="{22EF0B07-DA78-8B85-D1E5-0F36EA220AFE}"/>
              </a:ext>
            </a:extLst>
          </p:cNvPr>
          <p:cNvSpPr>
            <a:spLocks noGrp="1"/>
          </p:cNvSpPr>
          <p:nvPr>
            <p:ph idx="1"/>
          </p:nvPr>
        </p:nvSpPr>
        <p:spPr>
          <a:xfrm>
            <a:off x="838200" y="1458073"/>
            <a:ext cx="10515600" cy="4351338"/>
          </a:xfrm>
        </p:spPr>
        <p:txBody>
          <a:bodyPr/>
          <a:lstStyle/>
          <a:p>
            <a:r>
              <a:rPr lang="en-US" dirty="0">
                <a:latin typeface="Times New Roman" panose="02020603050405020304" pitchFamily="18" charset="0"/>
                <a:cs typeface="Times New Roman" panose="02020603050405020304" pitchFamily="18" charset="0"/>
              </a:rPr>
              <a:t>Faster report generation</a:t>
            </a:r>
          </a:p>
          <a:p>
            <a:r>
              <a:rPr lang="en-US" dirty="0">
                <a:latin typeface="Times New Roman" panose="02020603050405020304" pitchFamily="18" charset="0"/>
                <a:cs typeface="Times New Roman" panose="02020603050405020304" pitchFamily="18" charset="0"/>
              </a:rPr>
              <a:t>Reduces manual work</a:t>
            </a:r>
          </a:p>
          <a:p>
            <a:r>
              <a:rPr lang="en-US" dirty="0">
                <a:latin typeface="Times New Roman" panose="02020603050405020304" pitchFamily="18" charset="0"/>
                <a:cs typeface="Times New Roman" panose="02020603050405020304" pitchFamily="18" charset="0"/>
              </a:rPr>
              <a:t>Better data accuracy</a:t>
            </a:r>
          </a:p>
          <a:p>
            <a:r>
              <a:rPr lang="en-US" dirty="0">
                <a:latin typeface="Times New Roman" panose="02020603050405020304" pitchFamily="18" charset="0"/>
                <a:cs typeface="Times New Roman" panose="02020603050405020304" pitchFamily="18" charset="0"/>
              </a:rPr>
              <a:t>Centralized data system</a:t>
            </a:r>
          </a:p>
          <a:p>
            <a:r>
              <a:rPr lang="en-US" dirty="0">
                <a:latin typeface="Times New Roman" panose="02020603050405020304" pitchFamily="18" charset="0"/>
                <a:cs typeface="Times New Roman" panose="02020603050405020304" pitchFamily="18" charset="0"/>
              </a:rPr>
              <a:t>Easy to maintain and update</a:t>
            </a:r>
          </a:p>
          <a:p>
            <a:r>
              <a:rPr lang="en-US" dirty="0">
                <a:latin typeface="Times New Roman" panose="02020603050405020304" pitchFamily="18" charset="0"/>
                <a:cs typeface="Times New Roman" panose="02020603050405020304" pitchFamily="18" charset="0"/>
              </a:rPr>
              <a:t>Scalable for future features</a:t>
            </a:r>
          </a:p>
          <a:p>
            <a:r>
              <a:rPr lang="en-US" dirty="0">
                <a:latin typeface="Times New Roman" panose="02020603050405020304" pitchFamily="18" charset="0"/>
                <a:cs typeface="Times New Roman" panose="02020603050405020304" pitchFamily="18" charset="0"/>
              </a:rPr>
              <a:t>Overall work becomes faster and smoother.</a:t>
            </a:r>
          </a:p>
        </p:txBody>
      </p:sp>
      <p:sp>
        <p:nvSpPr>
          <p:cNvPr id="4" name="Date Placeholder 3">
            <a:extLst>
              <a:ext uri="{FF2B5EF4-FFF2-40B4-BE49-F238E27FC236}">
                <a16:creationId xmlns:a16="http://schemas.microsoft.com/office/drawing/2014/main" id="{054E21A4-DECC-0687-8A1B-12442A1513CB}"/>
              </a:ext>
            </a:extLst>
          </p:cNvPr>
          <p:cNvSpPr>
            <a:spLocks noGrp="1"/>
          </p:cNvSpPr>
          <p:nvPr>
            <p:ph type="dt" sz="half" idx="10"/>
          </p:nvPr>
        </p:nvSpPr>
        <p:spPr/>
        <p:txBody>
          <a:bodyPr/>
          <a:lstStyle/>
          <a:p>
            <a:fld id="{864BFFB7-4443-4602-A990-B076C1CFE86C}" type="datetime1">
              <a:rPr lang="en-IN" smtClean="0"/>
              <a:pPr/>
              <a:t>06-02-2026</a:t>
            </a:fld>
            <a:endParaRPr lang="en-IN" dirty="0"/>
          </a:p>
        </p:txBody>
      </p:sp>
      <p:sp>
        <p:nvSpPr>
          <p:cNvPr id="5" name="Slide Number Placeholder 4">
            <a:extLst>
              <a:ext uri="{FF2B5EF4-FFF2-40B4-BE49-F238E27FC236}">
                <a16:creationId xmlns:a16="http://schemas.microsoft.com/office/drawing/2014/main" id="{F919FA89-A0E7-1BF1-DF2F-8D60E50A437A}"/>
              </a:ext>
            </a:extLst>
          </p:cNvPr>
          <p:cNvSpPr>
            <a:spLocks noGrp="1"/>
          </p:cNvSpPr>
          <p:nvPr>
            <p:ph type="sldNum" sz="quarter" idx="12"/>
          </p:nvPr>
        </p:nvSpPr>
        <p:spPr/>
        <p:txBody>
          <a:bodyPr/>
          <a:lstStyle/>
          <a:p>
            <a:fld id="{F32F6845-8F47-4AB8-B9CE-96D88E741707}" type="slidenum">
              <a:rPr lang="en-IN" smtClean="0"/>
              <a:pPr/>
              <a:t>14</a:t>
            </a:fld>
            <a:endParaRPr lang="en-IN" dirty="0"/>
          </a:p>
        </p:txBody>
      </p:sp>
    </p:spTree>
    <p:extLst>
      <p:ext uri="{BB962C8B-B14F-4D97-AF65-F5344CB8AC3E}">
        <p14:creationId xmlns:p14="http://schemas.microsoft.com/office/powerpoint/2010/main" val="22011168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96311"/>
          </a:xfrm>
        </p:spPr>
        <p:txBody>
          <a:bodyPr/>
          <a:lstStyle/>
          <a:p>
            <a:r>
              <a:rPr lang="en-US" sz="3200" b="1" dirty="0">
                <a:solidFill>
                  <a:srgbClr val="0070C0"/>
                </a:solidFill>
                <a:latin typeface="Times New Roman" panose="02020603050405020304" pitchFamily="18" charset="0"/>
                <a:cs typeface="Times New Roman" panose="02020603050405020304" pitchFamily="18" charset="0"/>
              </a:rPr>
              <a:t>Internship Road Map</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15</a:t>
            </a:fld>
            <a:endParaRPr lang="en-US" altLang="en-US"/>
          </a:p>
        </p:txBody>
      </p:sp>
      <p:graphicFrame>
        <p:nvGraphicFramePr>
          <p:cNvPr id="8" name="Content Placeholder 7"/>
          <p:cNvGraphicFramePr>
            <a:graphicFrameLocks noGrp="1"/>
          </p:cNvGraphicFramePr>
          <p:nvPr>
            <p:ph idx="1"/>
            <p:extLst>
              <p:ext uri="{D42A27DB-BD31-4B8C-83A1-F6EECF244321}">
                <p14:modId xmlns:p14="http://schemas.microsoft.com/office/powerpoint/2010/main" val="3818481996"/>
              </p:ext>
            </p:extLst>
          </p:nvPr>
        </p:nvGraphicFramePr>
        <p:xfrm>
          <a:off x="838200" y="1210491"/>
          <a:ext cx="10515600" cy="405819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TextBox 5"/>
          <p:cNvSpPr txBox="1"/>
          <p:nvPr/>
        </p:nvSpPr>
        <p:spPr>
          <a:xfrm>
            <a:off x="470371" y="901298"/>
            <a:ext cx="6948890" cy="369332"/>
          </a:xfrm>
          <a:prstGeom prst="rect">
            <a:avLst/>
          </a:prstGeom>
          <a:noFill/>
        </p:spPr>
        <p:txBody>
          <a:bodyPr wrap="none" rtlCol="0">
            <a:spAutoFit/>
          </a:bodyPr>
          <a:lstStyle/>
          <a:p>
            <a:r>
              <a:rPr lang="en-GB" dirty="0">
                <a:solidFill>
                  <a:srgbClr val="0070C0"/>
                </a:solidFill>
              </a:rPr>
              <a:t>Note: Write in the below table what u will be achieving in each review</a:t>
            </a:r>
          </a:p>
        </p:txBody>
      </p:sp>
      <p:sp>
        <p:nvSpPr>
          <p:cNvPr id="3" name="TextBox 2">
            <a:extLst>
              <a:ext uri="{FF2B5EF4-FFF2-40B4-BE49-F238E27FC236}">
                <a16:creationId xmlns:a16="http://schemas.microsoft.com/office/drawing/2014/main" id="{791280E3-D332-1697-7512-B2937CD34447}"/>
              </a:ext>
            </a:extLst>
          </p:cNvPr>
          <p:cNvSpPr txBox="1"/>
          <p:nvPr/>
        </p:nvSpPr>
        <p:spPr>
          <a:xfrm>
            <a:off x="5710701" y="1895759"/>
            <a:ext cx="1246094" cy="1923604"/>
          </a:xfrm>
          <a:prstGeom prst="rect">
            <a:avLst/>
          </a:prstGeom>
          <a:noFill/>
        </p:spPr>
        <p:txBody>
          <a:bodyPr wrap="square" rtlCol="0">
            <a:spAutoFit/>
          </a:bodyPr>
          <a:lstStyle/>
          <a:p>
            <a:endParaRPr lang="en-US" sz="1500" dirty="0">
              <a:latin typeface="Times New Roman" panose="02020603050405020304" pitchFamily="18" charset="0"/>
              <a:cs typeface="Times New Roman" panose="02020603050405020304" pitchFamily="18" charset="0"/>
            </a:endParaRPr>
          </a:p>
          <a:p>
            <a:endParaRPr lang="en-US" sz="1500" dirty="0">
              <a:latin typeface="Times New Roman" panose="02020603050405020304" pitchFamily="18" charset="0"/>
              <a:cs typeface="Times New Roman" panose="02020603050405020304" pitchFamily="18" charset="0"/>
            </a:endParaRPr>
          </a:p>
          <a:p>
            <a:pPr algn="r"/>
            <a:endParaRPr lang="en-US" sz="1500" dirty="0">
              <a:latin typeface="Times New Roman" panose="02020603050405020304" pitchFamily="18" charset="0"/>
              <a:cs typeface="Times New Roman" panose="02020603050405020304" pitchFamily="18" charset="0"/>
            </a:endParaRPr>
          </a:p>
          <a:p>
            <a:pPr algn="r"/>
            <a:r>
              <a:rPr lang="en-US" sz="1600" dirty="0">
                <a:latin typeface="Times New Roman" panose="02020603050405020304" pitchFamily="18" charset="0"/>
                <a:cs typeface="Times New Roman" panose="02020603050405020304" pitchFamily="18" charset="0"/>
              </a:rPr>
              <a:t> 28/02/2026-</a:t>
            </a:r>
          </a:p>
          <a:p>
            <a:pPr algn="r"/>
            <a:r>
              <a:rPr lang="en-US" sz="1600" dirty="0">
                <a:latin typeface="Times New Roman" panose="02020603050405020304" pitchFamily="18" charset="0"/>
                <a:cs typeface="Times New Roman" panose="02020603050405020304" pitchFamily="18" charset="0"/>
              </a:rPr>
              <a:t>06/03/2026</a:t>
            </a:r>
          </a:p>
          <a:p>
            <a:pPr algn="r"/>
            <a:r>
              <a:rPr lang="en-US" sz="1400" dirty="0">
                <a:latin typeface="Times New Roman" panose="02020603050405020304" pitchFamily="18" charset="0"/>
                <a:cs typeface="Times New Roman" panose="02020603050405020304" pitchFamily="18" charset="0"/>
              </a:rPr>
              <a:t>FULLY FUNTIONAL FRONTEND.</a:t>
            </a:r>
          </a:p>
        </p:txBody>
      </p:sp>
    </p:spTree>
    <p:extLst>
      <p:ext uri="{BB962C8B-B14F-4D97-AF65-F5344CB8AC3E}">
        <p14:creationId xmlns:p14="http://schemas.microsoft.com/office/powerpoint/2010/main" val="34971002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96311"/>
          </a:xfrm>
        </p:spPr>
        <p:txBody>
          <a:bodyPr/>
          <a:lstStyle/>
          <a:p>
            <a:r>
              <a:rPr lang="en-US" sz="3200" b="1" dirty="0">
                <a:solidFill>
                  <a:srgbClr val="0070C0"/>
                </a:solidFill>
                <a:latin typeface="Times New Roman" panose="02020603050405020304" pitchFamily="18" charset="0"/>
                <a:cs typeface="Times New Roman" panose="02020603050405020304" pitchFamily="18" charset="0"/>
              </a:rPr>
              <a:t>Github Link</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16</a:t>
            </a:fld>
            <a:endParaRPr lang="en-US" altLang="en-US"/>
          </a:p>
        </p:txBody>
      </p:sp>
      <p:sp>
        <p:nvSpPr>
          <p:cNvPr id="3" name="Content Placeholder 2"/>
          <p:cNvSpPr>
            <a:spLocks noGrp="1"/>
          </p:cNvSpPr>
          <p:nvPr>
            <p:ph idx="1"/>
          </p:nvPr>
        </p:nvSpPr>
        <p:spPr>
          <a:xfrm>
            <a:off x="446308" y="1061297"/>
            <a:ext cx="10515600" cy="4351338"/>
          </a:xfrm>
        </p:spPr>
        <p:txBody>
          <a:bodyPr/>
          <a:lstStyle/>
          <a:p>
            <a:pPr marL="0" indent="0" algn="ctr">
              <a:buNone/>
            </a:pPr>
            <a:r>
              <a:rPr lang="en-US">
                <a:hlinkClick r:id="rId2"/>
              </a:rPr>
              <a:t>https://github.com/meharshithv14-ctrl/INTERNSHIP</a:t>
            </a:r>
            <a:endParaRPr lang="en-US" dirty="0"/>
          </a:p>
        </p:txBody>
      </p:sp>
    </p:spTree>
    <p:extLst>
      <p:ext uri="{BB962C8B-B14F-4D97-AF65-F5344CB8AC3E}">
        <p14:creationId xmlns:p14="http://schemas.microsoft.com/office/powerpoint/2010/main" val="2956213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CCE705F-D165-53FE-F795-42313D3E398E}"/>
              </a:ext>
            </a:extLst>
          </p:cNvPr>
          <p:cNvSpPr>
            <a:spLocks noGrp="1"/>
          </p:cNvSpPr>
          <p:nvPr>
            <p:ph type="dt" sz="half" idx="10"/>
          </p:nvPr>
        </p:nvSpPr>
        <p:spPr/>
        <p:txBody>
          <a:bodyPr/>
          <a:lstStyle/>
          <a:p>
            <a:fld id="{D2BE2297-DC8B-48E6-B6D6-34773F9A5984}" type="datetime1">
              <a:rPr lang="en-IN" smtClean="0"/>
              <a:t>06-02-2026</a:t>
            </a:fld>
            <a:endParaRPr lang="en-IN" dirty="0"/>
          </a:p>
        </p:txBody>
      </p:sp>
      <p:sp>
        <p:nvSpPr>
          <p:cNvPr id="3" name="Slide Number Placeholder 2">
            <a:extLst>
              <a:ext uri="{FF2B5EF4-FFF2-40B4-BE49-F238E27FC236}">
                <a16:creationId xmlns:a16="http://schemas.microsoft.com/office/drawing/2014/main" id="{8E40F174-932C-F333-1B4A-C1A0E3BC1E46}"/>
              </a:ext>
            </a:extLst>
          </p:cNvPr>
          <p:cNvSpPr>
            <a:spLocks noGrp="1"/>
          </p:cNvSpPr>
          <p:nvPr>
            <p:ph type="sldNum" sz="quarter" idx="12"/>
          </p:nvPr>
        </p:nvSpPr>
        <p:spPr/>
        <p:txBody>
          <a:bodyPr/>
          <a:lstStyle/>
          <a:p>
            <a:fld id="{F32F6845-8F47-4AB8-B9CE-96D88E741707}" type="slidenum">
              <a:rPr lang="en-IN" smtClean="0"/>
              <a:t>17</a:t>
            </a:fld>
            <a:endParaRPr lang="en-IN" dirty="0"/>
          </a:p>
        </p:txBody>
      </p:sp>
      <p:pic>
        <p:nvPicPr>
          <p:cNvPr id="9" name="Picture 8">
            <a:extLst>
              <a:ext uri="{FF2B5EF4-FFF2-40B4-BE49-F238E27FC236}">
                <a16:creationId xmlns:a16="http://schemas.microsoft.com/office/drawing/2014/main" id="{AADF2BCC-2CC1-622B-BFFF-95EC3C8E084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35698" y="559837"/>
            <a:ext cx="10123713" cy="5066522"/>
          </a:xfrm>
          <a:prstGeom prst="rect">
            <a:avLst/>
          </a:prstGeom>
        </p:spPr>
      </p:pic>
    </p:spTree>
    <p:extLst>
      <p:ext uri="{BB962C8B-B14F-4D97-AF65-F5344CB8AC3E}">
        <p14:creationId xmlns:p14="http://schemas.microsoft.com/office/powerpoint/2010/main" val="31863907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86259CF-E114-58FA-CD4A-57D778CFDB1C}"/>
              </a:ext>
            </a:extLst>
          </p:cNvPr>
          <p:cNvSpPr>
            <a:spLocks noGrp="1"/>
          </p:cNvSpPr>
          <p:nvPr>
            <p:ph type="dt" sz="half" idx="10"/>
          </p:nvPr>
        </p:nvSpPr>
        <p:spPr/>
        <p:txBody>
          <a:bodyPr/>
          <a:lstStyle/>
          <a:p>
            <a:fld id="{D2BE2297-DC8B-48E6-B6D6-34773F9A5984}" type="datetime1">
              <a:rPr lang="en-IN" smtClean="0"/>
              <a:t>06-02-2026</a:t>
            </a:fld>
            <a:endParaRPr lang="en-IN" dirty="0"/>
          </a:p>
        </p:txBody>
      </p:sp>
      <p:sp>
        <p:nvSpPr>
          <p:cNvPr id="3" name="Slide Number Placeholder 2">
            <a:extLst>
              <a:ext uri="{FF2B5EF4-FFF2-40B4-BE49-F238E27FC236}">
                <a16:creationId xmlns:a16="http://schemas.microsoft.com/office/drawing/2014/main" id="{D058D32C-4563-84F7-30C1-C1C16C8026B4}"/>
              </a:ext>
            </a:extLst>
          </p:cNvPr>
          <p:cNvSpPr>
            <a:spLocks noGrp="1"/>
          </p:cNvSpPr>
          <p:nvPr>
            <p:ph type="sldNum" sz="quarter" idx="12"/>
          </p:nvPr>
        </p:nvSpPr>
        <p:spPr/>
        <p:txBody>
          <a:bodyPr/>
          <a:lstStyle/>
          <a:p>
            <a:fld id="{F32F6845-8F47-4AB8-B9CE-96D88E741707}" type="slidenum">
              <a:rPr lang="en-IN" smtClean="0"/>
              <a:t>18</a:t>
            </a:fld>
            <a:endParaRPr lang="en-IN" dirty="0"/>
          </a:p>
        </p:txBody>
      </p:sp>
      <p:pic>
        <p:nvPicPr>
          <p:cNvPr id="5" name="Picture 4">
            <a:extLst>
              <a:ext uri="{FF2B5EF4-FFF2-40B4-BE49-F238E27FC236}">
                <a16:creationId xmlns:a16="http://schemas.microsoft.com/office/drawing/2014/main" id="{EF153884-650B-C5F9-3E31-701C7FC180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4358" y="419878"/>
            <a:ext cx="9983755" cy="5271795"/>
          </a:xfrm>
          <a:prstGeom prst="rect">
            <a:avLst/>
          </a:prstGeom>
        </p:spPr>
      </p:pic>
    </p:spTree>
    <p:extLst>
      <p:ext uri="{BB962C8B-B14F-4D97-AF65-F5344CB8AC3E}">
        <p14:creationId xmlns:p14="http://schemas.microsoft.com/office/powerpoint/2010/main" val="38505780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a:solidFill>
            <a:schemeClr val="accent1">
              <a:lumMod val="50000"/>
            </a:schemeClr>
          </a:solidFill>
        </p:spPr>
        <p:txBody>
          <a:bodyPr/>
          <a:lstStyle/>
          <a:p>
            <a:pPr marL="0" indent="0" algn="ctr">
              <a:buNone/>
            </a:pPr>
            <a:endParaRPr lang="en-US" sz="6600" dirty="0">
              <a:solidFill>
                <a:srgbClr val="FFFF00"/>
              </a:solidFill>
              <a:latin typeface="Times New Roman" panose="02020603050405020304" pitchFamily="18" charset="0"/>
              <a:cs typeface="Times New Roman" panose="02020603050405020304" pitchFamily="18" charset="0"/>
            </a:endParaRPr>
          </a:p>
          <a:p>
            <a:pPr marL="0" indent="0" algn="ctr">
              <a:buNone/>
            </a:pPr>
            <a:r>
              <a:rPr lang="en-US" sz="6600" dirty="0">
                <a:solidFill>
                  <a:srgbClr val="FFFF00"/>
                </a:solidFill>
                <a:latin typeface="Times New Roman" panose="02020603050405020304" pitchFamily="18" charset="0"/>
                <a:cs typeface="Times New Roman" panose="02020603050405020304" pitchFamily="18" charset="0"/>
              </a:rPr>
              <a:t>  </a:t>
            </a:r>
            <a:r>
              <a:rPr lang="en-US" sz="6600" dirty="0">
                <a:solidFill>
                  <a:schemeClr val="accent2">
                    <a:lumMod val="40000"/>
                    <a:lumOff val="60000"/>
                  </a:schemeClr>
                </a:solidFill>
                <a:latin typeface="Times New Roman" panose="02020603050405020304" pitchFamily="18" charset="0"/>
                <a:cs typeface="Times New Roman" panose="02020603050405020304" pitchFamily="18" charset="0"/>
              </a:rPr>
              <a:t>Q&amp;A</a:t>
            </a:r>
          </a:p>
          <a:p>
            <a:pPr marL="0" indent="0" algn="ctr">
              <a:buNone/>
            </a:pPr>
            <a:endParaRPr lang="en-US" sz="6600" dirty="0">
              <a:solidFill>
                <a:srgbClr val="A71180"/>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latin typeface="Times New Roman" panose="02020603050405020304" pitchFamily="18" charset="0"/>
                <a:cs typeface="Times New Roman" panose="02020603050405020304" pitchFamily="18" charset="0"/>
              </a:rPr>
              <a:pPr>
                <a:defRPr/>
              </a:pPr>
              <a:t>19</a:t>
            </a:fld>
            <a:endParaRPr lang="en-US" altLang="en-US">
              <a:latin typeface="Times New Roman" panose="02020603050405020304" pitchFamily="18" charset="0"/>
              <a:cs typeface="Times New Roman" panose="02020603050405020304" pitchFamily="18" charset="0"/>
            </a:endParaRPr>
          </a:p>
        </p:txBody>
      </p:sp>
      <p:pic>
        <p:nvPicPr>
          <p:cNvPr id="5" name="Picture 7" descr="bd04924_"/>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005253" y="2150340"/>
            <a:ext cx="2841170" cy="3832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75465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547258"/>
            <a:ext cx="10515600" cy="1214846"/>
          </a:xfrm>
        </p:spPr>
        <p:txBody>
          <a:bodyPr/>
          <a:lstStyle/>
          <a:p>
            <a:pPr marL="0" indent="0" algn="ctr">
              <a:buNone/>
            </a:pPr>
            <a:r>
              <a:rPr lang="en-US" sz="6600" dirty="0">
                <a:solidFill>
                  <a:srgbClr val="A71180"/>
                </a:solidFill>
                <a:latin typeface="Times New Roman" panose="02020603050405020304" pitchFamily="18" charset="0"/>
                <a:cs typeface="Times New Roman" panose="02020603050405020304" pitchFamily="18" charset="0"/>
              </a:rPr>
              <a:t>Thank you !!</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20</a:t>
            </a:fld>
            <a:endParaRPr lang="en-US" altLang="en-US"/>
          </a:p>
        </p:txBody>
      </p:sp>
    </p:spTree>
    <p:extLst>
      <p:ext uri="{BB962C8B-B14F-4D97-AF65-F5344CB8AC3E}">
        <p14:creationId xmlns:p14="http://schemas.microsoft.com/office/powerpoint/2010/main" val="69660596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7155</TotalTime>
  <Words>859</Words>
  <Application>Microsoft Office PowerPoint</Application>
  <PresentationFormat>Widescreen</PresentationFormat>
  <Paragraphs>183</Paragraphs>
  <Slides>20</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20</vt:i4>
      </vt:variant>
    </vt:vector>
  </HeadingPairs>
  <TitlesOfParts>
    <vt:vector size="28" baseType="lpstr">
      <vt:lpstr>Arial</vt:lpstr>
      <vt:lpstr>Calibri</vt:lpstr>
      <vt:lpstr>Calibri Light</vt:lpstr>
      <vt:lpstr>Cambria</vt:lpstr>
      <vt:lpstr>Times New Roman</vt:lpstr>
      <vt:lpstr>Verdana</vt:lpstr>
      <vt:lpstr>Wingdings</vt:lpstr>
      <vt:lpstr>Office Theme</vt:lpstr>
      <vt:lpstr>PowerPoint Presentation</vt:lpstr>
      <vt:lpstr>Content</vt:lpstr>
      <vt:lpstr>About Company or Organization</vt:lpstr>
      <vt:lpstr>About Company or Organization</vt:lpstr>
      <vt:lpstr>About Company or Organization</vt:lpstr>
      <vt:lpstr>Working domain or the technology</vt:lpstr>
      <vt:lpstr>About your team and reporting Manager</vt:lpstr>
      <vt:lpstr>Challenges Faced in Internship</vt:lpstr>
      <vt:lpstr>Objectives of the work</vt:lpstr>
      <vt:lpstr>Literature Review</vt:lpstr>
      <vt:lpstr>Proposed System / Work</vt:lpstr>
      <vt:lpstr>Problem Statement</vt:lpstr>
      <vt:lpstr>System Requirements</vt:lpstr>
      <vt:lpstr>Advantages of Proposed System/Work</vt:lpstr>
      <vt:lpstr>Internship Road Map</vt:lpstr>
      <vt:lpstr>Github Link</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Gopalakrishnan N-Asst. Prof-CIV</dc:creator>
  <cp:lastModifiedBy>Harshith V</cp:lastModifiedBy>
  <cp:revision>726</cp:revision>
  <dcterms:created xsi:type="dcterms:W3CDTF">2022-10-14T07:18:17Z</dcterms:created>
  <dcterms:modified xsi:type="dcterms:W3CDTF">2026-02-06T07:17:05Z</dcterms:modified>
</cp:coreProperties>
</file>