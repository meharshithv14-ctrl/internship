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260" r:id="rId3"/>
    <p:sldId id="261" r:id="rId4"/>
    <p:sldId id="270" r:id="rId5"/>
    <p:sldId id="27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618D72-120E-42C6-A160-4B706B5B22FB}" v="2" dt="2026-01-13T02:46:19.5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h V" userId="a2c67b6e59d52c1c" providerId="LiveId" clId="{2FACB894-C101-4CCD-9EDA-1203002C131E}"/>
    <pc:docChg chg="modSld">
      <pc:chgData name="Harshith V" userId="a2c67b6e59d52c1c" providerId="LiveId" clId="{2FACB894-C101-4CCD-9EDA-1203002C131E}" dt="2026-01-13T02:46:33.552" v="7" actId="20577"/>
      <pc:docMkLst>
        <pc:docMk/>
      </pc:docMkLst>
      <pc:sldChg chg="modSp mod">
        <pc:chgData name="Harshith V" userId="a2c67b6e59d52c1c" providerId="LiveId" clId="{2FACB894-C101-4CCD-9EDA-1203002C131E}" dt="2026-01-13T02:46:33.552" v="7" actId="20577"/>
        <pc:sldMkLst>
          <pc:docMk/>
          <pc:sldMk cId="295621377" sldId="267"/>
        </pc:sldMkLst>
        <pc:spChg chg="mod">
          <ac:chgData name="Harshith V" userId="a2c67b6e59d52c1c" providerId="LiveId" clId="{2FACB894-C101-4CCD-9EDA-1203002C131E}" dt="2026-01-13T02:46:33.552" v="7" actId="20577"/>
          <ac:spMkLst>
            <pc:docMk/>
            <pc:sldMk cId="295621377" sldId="267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Database design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Database design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13/01/2026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13-01-2026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13-01-2026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13-01-2026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13-01-2026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13-01-2026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13-01-2026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eharshithv14-ctrl/INTERNSHIP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H Senthil Kumar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2" y="4130278"/>
            <a:ext cx="11883258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Computer Science and Engineering</a:t>
            </a:r>
            <a:endParaRPr lang="en-US" sz="2000" b="1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Sakthi S</a:t>
            </a:r>
            <a:endParaRPr lang="en-US" sz="2000" b="1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FULL STACK DEVELOPMENT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000750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HARSHITH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20221CSE0635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8ISE03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/ Organization Name: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 Wheel Factory (RWF)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Type: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of India Enterprise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(Under Ministry of Railways)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Yelahanka, Bengaluru, Karnataka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 Wheel Factory (RWF) is a premier manufacturing unit of Indian Railways, established to manufacture cast steel wheels and axles used in railway rolling stock across India.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B33D8-9E92-143E-DA46-DE735CDDB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16BEB-44AC-D759-712C-FE2B9D265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649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Functions of RWF: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railway wheels and axles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inspection and testing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of production systems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Adoption of modern manufacturing technologies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RWF plays a critical role in ensuring the safety, reliability, and efficiency of Indian Railways.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BCCAA-8C5D-46CB-E56A-2E00A3ABA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13-01-2026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72E486-0DB3-7738-8A8F-67F1F5825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6176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E3863-C589-C3E6-07B1-0B0522D7A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E0B21-D003-0AC1-C049-9BC5C9BE6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861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Environment: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industrial manufacturing setup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Strict safety and quality standards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of mechanical operations and IT systems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Exposure: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workflows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technology for monitoring and reporting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real-time production data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84A37-F45F-E67C-90DA-849F378EC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13-01-2026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95C2F-4372-D7DE-CEEA-BE985BC25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452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Domain: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Server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(Flask – REST API)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ReactJS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Testing: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Postman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GitHub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Relevance: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 enables end-to-end application development by integrating database, backend logic, and frontend user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5: About Your Team &amp; Reporting Manager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Structure: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carried out under organizational supervision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 provided by assigned mentors and supervisors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Method: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progress updates during review sessions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Responsibilities: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design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API development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integration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documentation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database relationships and joins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and duplicate data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backend connection issues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frontend with backend APIs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data consistency across layers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challenges improved technical skills, debugging ability, and system-level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Purpose and usage of your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5057424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endParaRPr lang="en-US" dirty="0">
              <a:hlinkClick r:id="rId2"/>
            </a:endParaRPr>
          </a:p>
          <a:p>
            <a:pPr marL="0" indent="0" algn="ctr">
              <a:buNone/>
            </a:pPr>
            <a:endParaRPr lang="en-US" dirty="0">
              <a:hlinkClick r:id="rId2"/>
            </a:endParaRPr>
          </a:p>
          <a:p>
            <a:pPr marL="0" indent="0" algn="ctr">
              <a:buNone/>
            </a:pPr>
            <a:endParaRPr lang="en-US" dirty="0">
              <a:hlinkClick r:id="rId2"/>
            </a:endParaRPr>
          </a:p>
          <a:p>
            <a:pPr marL="0" indent="0" algn="ctr">
              <a:buNone/>
            </a:pPr>
            <a:r>
              <a:rPr lang="en-US" dirty="0">
                <a:hlinkClick r:id="rId2"/>
              </a:rPr>
              <a:t>https://github.com/meharshithv14-ctrl/INTERNSHIP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12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7033</TotalTime>
  <Words>510</Words>
  <Application>Microsoft Office PowerPoint</Application>
  <PresentationFormat>Widescreen</PresentationFormat>
  <Paragraphs>107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Harshith V</cp:lastModifiedBy>
  <cp:revision>719</cp:revision>
  <dcterms:created xsi:type="dcterms:W3CDTF">2022-10-14T07:18:17Z</dcterms:created>
  <dcterms:modified xsi:type="dcterms:W3CDTF">2026-01-13T02:46:36Z</dcterms:modified>
</cp:coreProperties>
</file>